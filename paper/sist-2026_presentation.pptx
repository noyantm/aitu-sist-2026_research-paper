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2.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media/image11.jpeg" ContentType="image/jpeg"/>
  <Override PartName="/ppt/media/image9.png" ContentType="image/png"/>
  <Override PartName="/ppt/media/image18.png" ContentType="image/png"/>
  <Override PartName="/ppt/media/image20.png" ContentType="image/png"/>
  <Override PartName="/ppt/media/image12.png" ContentType="image/png"/>
  <Override PartName="/ppt/media/image3.png" ContentType="image/png"/>
  <Override PartName="/ppt/media/image8.png" ContentType="image/png"/>
  <Override PartName="/ppt/media/image17.png" ContentType="image/png"/>
  <Override PartName="/ppt/media/image21.png" ContentType="image/png"/>
  <Override PartName="/ppt/media/image19.png" ContentType="image/png"/>
  <Override PartName="/ppt/media/image2.png" ContentType="image/png"/>
  <Override PartName="/ppt/media/image5.png" ContentType="image/png"/>
  <Override PartName="/ppt/media/image14.png" ContentType="image/png"/>
  <Override PartName="/ppt/media/image13.jpeg" ContentType="image/jpeg"/>
  <Override PartName="/ppt/media/image4.png" ContentType="image/png"/>
  <Override PartName="/ppt/media/image15.png" ContentType="image/png"/>
  <Override PartName="/ppt/media/image6.png" ContentType="image/png"/>
  <Override PartName="/ppt/media/image10.png" ContentType="image/png"/>
  <Override PartName="/ppt/media/image1.png" ContentType="image/png"/>
  <Override PartName="/ppt/media/image16.png" ContentType="image/png"/>
  <Override PartName="/ppt/media/image7.png" ContentType="image/png"/>
  <Override PartName="/ppt/slides/slide1.xml" ContentType="application/vnd.openxmlformats-officedocument.presentationml.slide+xml"/>
  <Override PartName="/ppt/slides/_rels/slide9.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_rels/slide3.xml.rels" ContentType="application/vnd.openxmlformats-package.relationships+xml"/>
  <Override PartName="/ppt/slides/_rels/slide2.xml.rels" ContentType="application/vnd.openxmlformats-package.relationships+xml"/>
  <Override PartName="/ppt/slides/_rels/slide1.xml.rels" ContentType="application/vnd.openxmlformats-package.relationshi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Slides/_rels/notesSlide1.xml.rels" ContentType="application/vnd.openxmlformats-package.relationships+xml"/>
  <Override PartName="/ppt/notesSlides/notesSlide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Lst>
  <p:sldSz cx="9144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 name="PlaceHolder 1"/>
          <p:cNvSpPr>
            <a:spLocks noGrp="1"/>
          </p:cNvSpPr>
          <p:nvPr>
            <p:ph type="sldImg"/>
          </p:nvPr>
        </p:nvSpPr>
        <p:spPr>
          <a:xfrm>
            <a:off x="0" y="764280"/>
            <a:ext cx="0" cy="0"/>
          </a:xfrm>
          <a:prstGeom prst="rect">
            <a:avLst/>
          </a:prstGeom>
          <a:noFill/>
          <a:ln w="0">
            <a:noFill/>
          </a:ln>
        </p:spPr>
        <p:txBody>
          <a:bodyPr lIns="0" rIns="0" tIns="0" bIns="0" anchor="ctr">
            <a:noAutofit/>
          </a:bodyPr>
          <a:p>
            <a:pPr algn="ctr"/>
            <a:r>
              <a:rPr b="0" lang="en-US" sz="4400" strike="noStrike" u="none">
                <a:solidFill>
                  <a:srgbClr val="000000"/>
                </a:solidFill>
                <a:effectLst/>
                <a:uFillTx/>
                <a:latin typeface="Arial"/>
              </a:rPr>
              <a:t>Click to move the slide</a:t>
            </a:r>
            <a:endParaRPr b="0" lang="en-US" sz="4400" strike="noStrike" u="none">
              <a:solidFill>
                <a:srgbClr val="000000"/>
              </a:solidFill>
              <a:effectLst/>
              <a:uFillTx/>
              <a:latin typeface="Arial"/>
            </a:endParaRPr>
          </a:p>
        </p:txBody>
      </p:sp>
      <p:sp>
        <p:nvSpPr>
          <p:cNvPr id="59" name="PlaceHolder 2"/>
          <p:cNvSpPr>
            <a:spLocks noGrp="1"/>
          </p:cNvSpPr>
          <p:nvPr>
            <p:ph type="body"/>
          </p:nvPr>
        </p:nvSpPr>
        <p:spPr>
          <a:xfrm>
            <a:off x="777240" y="4777560"/>
            <a:ext cx="6217560" cy="4525920"/>
          </a:xfrm>
          <a:prstGeom prst="rect">
            <a:avLst/>
          </a:prstGeom>
          <a:noFill/>
          <a:ln w="0">
            <a:noFill/>
          </a:ln>
        </p:spPr>
        <p:txBody>
          <a:bodyPr lIns="0" rIns="0" tIns="0" bIns="0" anchor="t">
            <a:noAutofit/>
          </a:bodyPr>
          <a:p>
            <a:pPr indent="0">
              <a:buNone/>
            </a:pPr>
            <a:r>
              <a:rPr b="0" lang="en-US" sz="2000" strike="noStrike" u="none">
                <a:solidFill>
                  <a:srgbClr val="000000"/>
                </a:solidFill>
                <a:effectLst/>
                <a:uFillTx/>
                <a:latin typeface="Arial"/>
              </a:rPr>
              <a:t>Click to edit the notes format</a:t>
            </a:r>
            <a:endParaRPr b="0" lang="en-US" sz="2000" strike="noStrike" u="none">
              <a:solidFill>
                <a:srgbClr val="000000"/>
              </a:solidFill>
              <a:effectLst/>
              <a:uFillTx/>
              <a:latin typeface="Arial"/>
            </a:endParaRPr>
          </a:p>
        </p:txBody>
      </p:sp>
      <p:sp>
        <p:nvSpPr>
          <p:cNvPr id="60" name="PlaceHolder 3"/>
          <p:cNvSpPr>
            <a:spLocks noGrp="1"/>
          </p:cNvSpPr>
          <p:nvPr>
            <p:ph type="hdr"/>
          </p:nvPr>
        </p:nvSpPr>
        <p:spPr>
          <a:xfrm>
            <a:off x="0" y="0"/>
            <a:ext cx="3372840" cy="502560"/>
          </a:xfrm>
          <a:prstGeom prst="rect">
            <a:avLst/>
          </a:prstGeom>
          <a:noFill/>
          <a:ln w="0">
            <a:noFill/>
          </a:ln>
        </p:spPr>
        <p:txBody>
          <a:bodyPr lIns="0" rIns="0" tIns="0" bIns="0" anchor="t">
            <a:noAutofit/>
          </a:bodyPr>
          <a:p>
            <a:pPr indent="0">
              <a:buNone/>
            </a:pPr>
            <a:r>
              <a:rPr b="0" lang="en-US" sz="1400" strike="noStrike" u="none">
                <a:solidFill>
                  <a:srgbClr val="000000"/>
                </a:solidFill>
                <a:effectLst/>
                <a:uFillTx/>
                <a:latin typeface="Times New Roman"/>
              </a:rPr>
              <a:t>&lt;header&gt;</a:t>
            </a:r>
            <a:endParaRPr b="0" lang="en-US" sz="1400" strike="noStrike" u="none">
              <a:solidFill>
                <a:srgbClr val="000000"/>
              </a:solidFill>
              <a:effectLst/>
              <a:uFillTx/>
              <a:latin typeface="Times New Roman"/>
            </a:endParaRPr>
          </a:p>
        </p:txBody>
      </p:sp>
      <p:sp>
        <p:nvSpPr>
          <p:cNvPr id="61" name="PlaceHolder 4"/>
          <p:cNvSpPr>
            <a:spLocks noGrp="1"/>
          </p:cNvSpPr>
          <p:nvPr>
            <p:ph type="dt" idx="34"/>
          </p:nvPr>
        </p:nvSpPr>
        <p:spPr>
          <a:xfrm>
            <a:off x="4399200" y="0"/>
            <a:ext cx="3372840" cy="502560"/>
          </a:xfrm>
          <a:prstGeom prst="rect">
            <a:avLst/>
          </a:prstGeom>
          <a:noFill/>
          <a:ln w="0">
            <a:noFill/>
          </a:ln>
        </p:spPr>
        <p:txBody>
          <a:bodyPr lIns="0" rIns="0" tIns="0" bIns="0" anchor="t">
            <a:noAutofit/>
          </a:bodyPr>
          <a:lstStyle>
            <a:lvl1pPr indent="0" algn="r">
              <a:buNone/>
              <a:defRPr b="0" lang="en-US" sz="1400" strike="noStrike" u="none">
                <a:solidFill>
                  <a:srgbClr val="000000"/>
                </a:solidFill>
                <a:effectLst/>
                <a:uFillTx/>
                <a:latin typeface="Times New Roman"/>
              </a:defRPr>
            </a:lvl1pPr>
          </a:lstStyle>
          <a:p>
            <a:pPr indent="0" algn="r">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
        <p:nvSpPr>
          <p:cNvPr id="62" name="PlaceHolder 5"/>
          <p:cNvSpPr>
            <a:spLocks noGrp="1"/>
          </p:cNvSpPr>
          <p:nvPr>
            <p:ph type="ftr" idx="35"/>
          </p:nvPr>
        </p:nvSpPr>
        <p:spPr>
          <a:xfrm>
            <a:off x="0" y="9555480"/>
            <a:ext cx="3372840" cy="502560"/>
          </a:xfrm>
          <a:prstGeom prst="rect">
            <a:avLst/>
          </a:prstGeom>
          <a:noFill/>
          <a:ln w="0">
            <a:noFill/>
          </a:ln>
        </p:spPr>
        <p:txBody>
          <a:bodyPr lIns="0" rIns="0" tIns="0" bIns="0" anchor="b">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63" name="PlaceHolder 6"/>
          <p:cNvSpPr>
            <a:spLocks noGrp="1"/>
          </p:cNvSpPr>
          <p:nvPr>
            <p:ph type="sldNum" idx="36"/>
          </p:nvPr>
        </p:nvSpPr>
        <p:spPr>
          <a:xfrm>
            <a:off x="4399200" y="9555480"/>
            <a:ext cx="3372840" cy="502560"/>
          </a:xfrm>
          <a:prstGeom prst="rect">
            <a:avLst/>
          </a:prstGeom>
          <a:noFill/>
          <a:ln w="0">
            <a:noFill/>
          </a:ln>
        </p:spPr>
        <p:txBody>
          <a:bodyPr lIns="0" rIns="0" tIns="0" bIns="0" anchor="b">
            <a:noAutofit/>
          </a:bodyPr>
          <a:lstStyle>
            <a:lvl1pPr indent="0" algn="r">
              <a:buNone/>
              <a:defRPr b="0" lang="en-US" sz="1400" strike="noStrike" u="none">
                <a:solidFill>
                  <a:srgbClr val="000000"/>
                </a:solidFill>
                <a:effectLst/>
                <a:uFillTx/>
                <a:latin typeface="Times New Roman"/>
              </a:defRPr>
            </a:lvl1pPr>
          </a:lstStyle>
          <a:p>
            <a:pPr indent="0" algn="r">
              <a:buNone/>
            </a:pPr>
            <a:fld id="{04F4B5FE-DB8C-480F-87E2-3BB6256360B6}" type="slidenum">
              <a:rPr b="0" lang="en-US" sz="1400" strike="noStrike" u="none">
                <a:solidFill>
                  <a:srgbClr val="000000"/>
                </a:solidFill>
                <a:effectLst/>
                <a:uFillTx/>
                <a:latin typeface="Times New Roman"/>
              </a:rPr>
              <a:t>&lt;number&gt;</a:t>
            </a:fld>
            <a:endParaRPr b="0" lang="en-US" sz="1400" strike="noStrike" u="non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8" name="PlaceHolder 1"/>
          <p:cNvSpPr>
            <a:spLocks noGrp="1"/>
          </p:cNvSpPr>
          <p:nvPr>
            <p:ph type="sldImg"/>
          </p:nvPr>
        </p:nvSpPr>
        <p:spPr>
          <a:xfrm>
            <a:off x="1143000" y="685800"/>
            <a:ext cx="4570560" cy="3427560"/>
          </a:xfrm>
          <a:prstGeom prst="rect">
            <a:avLst/>
          </a:prstGeom>
          <a:ln w="0">
            <a:noFill/>
          </a:ln>
        </p:spPr>
      </p:sp>
      <p:sp>
        <p:nvSpPr>
          <p:cNvPr id="259" name="PlaceHolder 2"/>
          <p:cNvSpPr>
            <a:spLocks noGrp="1"/>
          </p:cNvSpPr>
          <p:nvPr>
            <p:ph type="body"/>
          </p:nvPr>
        </p:nvSpPr>
        <p:spPr>
          <a:xfrm>
            <a:off x="685800" y="4343400"/>
            <a:ext cx="5484960" cy="4113360"/>
          </a:xfrm>
          <a:prstGeom prst="rect">
            <a:avLst/>
          </a:prstGeom>
          <a:noFill/>
          <a:ln w="0">
            <a:noFill/>
          </a:ln>
        </p:spPr>
        <p:txBody>
          <a:bodyPr numCol="1" spcCol="0" lIns="91440" rIns="91440" tIns="45720" bIns="45720" anchor="t">
            <a:noAutofit/>
          </a:bodyPr>
          <a:p>
            <a:pPr indent="0">
              <a:buNone/>
            </a:pPr>
            <a:endParaRPr b="0" lang="en-US" sz="1800" strike="noStrike" u="none">
              <a:solidFill>
                <a:srgbClr val="000000"/>
              </a:solidFill>
              <a:effectLst/>
              <a:uFillTx/>
              <a:latin typeface="Arial"/>
            </a:endParaRPr>
          </a:p>
        </p:txBody>
      </p:sp>
      <p:sp>
        <p:nvSpPr>
          <p:cNvPr id="260" name="PlaceHolder 3"/>
          <p:cNvSpPr>
            <a:spLocks noGrp="1"/>
          </p:cNvSpPr>
          <p:nvPr>
            <p:ph type="sldNum" idx="37"/>
          </p:nvPr>
        </p:nvSpPr>
        <p:spPr>
          <a:xfrm>
            <a:off x="3884760" y="8685360"/>
            <a:ext cx="2970360" cy="455760"/>
          </a:xfrm>
          <a:prstGeom prst="rect">
            <a:avLst/>
          </a:prstGeom>
          <a:noFill/>
          <a:ln w="0">
            <a:noFill/>
          </a:ln>
        </p:spPr>
        <p:txBody>
          <a:bodyPr numCol="1" spcCol="0" lIns="91440" rIns="91440" tIns="45720" bIns="45720" anchor="b">
            <a:noAutofit/>
          </a:bodyPr>
          <a:lstStyle>
            <a:lvl1pPr indent="0" algn="r">
              <a:lnSpc>
                <a:spcPct val="100000"/>
              </a:lnSpc>
              <a:buNone/>
              <a:tabLst>
                <a:tab algn="l" pos="0"/>
              </a:tabLst>
              <a:defRPr b="0" lang="uk-UA" sz="1200" strike="noStrike" u="none">
                <a:solidFill>
                  <a:srgbClr val="000000"/>
                </a:solidFill>
                <a:effectLst/>
                <a:uFillTx/>
                <a:latin typeface="Times New Roman"/>
              </a:defRPr>
            </a:lvl1pPr>
          </a:lstStyle>
          <a:p>
            <a:pPr indent="0" algn="r">
              <a:lnSpc>
                <a:spcPct val="100000"/>
              </a:lnSpc>
              <a:buNone/>
              <a:tabLst>
                <a:tab algn="l" pos="0"/>
              </a:tabLst>
            </a:pPr>
            <a:fld id="{60AB7ADC-5188-4BA4-8ACA-09D08D354BD8}" type="slidenum">
              <a:rPr b="0" lang="uk-UA" sz="1200" strike="noStrike" u="none">
                <a:solidFill>
                  <a:srgbClr val="000000"/>
                </a:solidFill>
                <a:effectLst/>
                <a:uFillTx/>
                <a:latin typeface="Times New Roman"/>
              </a:rPr>
              <a:t>&lt;number&gt;</a:t>
            </a:fld>
            <a:endParaRPr b="0" lang="en-US" sz="1200" strike="noStrike" u="non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Вертикальный заголовок и текст">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543720" y="365040"/>
            <a:ext cx="1970280" cy="5810400"/>
          </a:xfrm>
          <a:prstGeom prst="rect">
            <a:avLst/>
          </a:prstGeom>
          <a:noFill/>
          <a:ln w="0">
            <a:noFill/>
          </a:ln>
        </p:spPr>
        <p:txBody>
          <a:bodyPr lIns="91440" rIns="91440" tIns="45720" bIns="45720" anchor="ctr" vert="eaVert">
            <a:noAutofit/>
          </a:bodyPr>
          <a:p>
            <a:pPr indent="0" defTabSz="685800">
              <a:lnSpc>
                <a:spcPct val="90000"/>
              </a:lnSpc>
              <a:buNone/>
              <a:tabLst>
                <a:tab algn="l" pos="0"/>
              </a:tabLst>
            </a:pPr>
            <a:r>
              <a:rPr b="0" lang="ru-RU" sz="3300" strike="noStrike" u="none">
                <a:solidFill>
                  <a:schemeClr val="dk1"/>
                </a:solidFill>
                <a:effectLst/>
                <a:uFillTx/>
                <a:latin typeface="Calibri Light"/>
              </a:rPr>
              <a:t>О</a:t>
            </a:r>
            <a:r>
              <a:rPr b="0" lang="ru-RU" sz="3300" strike="noStrike" u="none">
                <a:solidFill>
                  <a:schemeClr val="dk1"/>
                </a:solidFill>
                <a:effectLst/>
                <a:uFillTx/>
                <a:latin typeface="Calibri Light"/>
              </a:rPr>
              <a:t>б</a:t>
            </a:r>
            <a:r>
              <a:rPr b="0" lang="ru-RU" sz="3300" strike="noStrike" u="none">
                <a:solidFill>
                  <a:schemeClr val="dk1"/>
                </a:solidFill>
                <a:effectLst/>
                <a:uFillTx/>
                <a:latin typeface="Calibri Light"/>
              </a:rPr>
              <a:t>р</a:t>
            </a:r>
            <a:r>
              <a:rPr b="0" lang="ru-RU" sz="3300" strike="noStrike" u="none">
                <a:solidFill>
                  <a:schemeClr val="dk1"/>
                </a:solidFill>
                <a:effectLst/>
                <a:uFillTx/>
                <a:latin typeface="Calibri Light"/>
              </a:rPr>
              <a:t>а</a:t>
            </a:r>
            <a:r>
              <a:rPr b="0" lang="ru-RU" sz="3300" strike="noStrike" u="none">
                <a:solidFill>
                  <a:schemeClr val="dk1"/>
                </a:solidFill>
                <a:effectLst/>
                <a:uFillTx/>
                <a:latin typeface="Calibri Light"/>
              </a:rPr>
              <a:t>з</a:t>
            </a:r>
            <a:r>
              <a:rPr b="0" lang="ru-RU" sz="3300" strike="noStrike" u="none">
                <a:solidFill>
                  <a:schemeClr val="dk1"/>
                </a:solidFill>
                <a:effectLst/>
                <a:uFillTx/>
                <a:latin typeface="Calibri Light"/>
              </a:rPr>
              <a:t>е</a:t>
            </a:r>
            <a:r>
              <a:rPr b="0" lang="ru-RU" sz="3300" strike="noStrike" u="none">
                <a:solidFill>
                  <a:schemeClr val="dk1"/>
                </a:solidFill>
                <a:effectLst/>
                <a:uFillTx/>
                <a:latin typeface="Calibri Light"/>
              </a:rPr>
              <a:t>ц</a:t>
            </a:r>
            <a:r>
              <a:rPr b="0" lang="ru-RU" sz="3300" strike="noStrike" u="none">
                <a:solidFill>
                  <a:schemeClr val="dk1"/>
                </a:solidFill>
                <a:effectLst/>
                <a:uFillTx/>
                <a:latin typeface="Calibri Light"/>
              </a:rPr>
              <a:t> </a:t>
            </a:r>
            <a:r>
              <a:rPr b="0" lang="ru-RU" sz="3300" strike="noStrike" u="none">
                <a:solidFill>
                  <a:schemeClr val="dk1"/>
                </a:solidFill>
                <a:effectLst/>
                <a:uFillTx/>
                <a:latin typeface="Calibri Light"/>
              </a:rPr>
              <a:t>з</a:t>
            </a:r>
            <a:r>
              <a:rPr b="0" lang="ru-RU" sz="3300" strike="noStrike" u="none">
                <a:solidFill>
                  <a:schemeClr val="dk1"/>
                </a:solidFill>
                <a:effectLst/>
                <a:uFillTx/>
                <a:latin typeface="Calibri Light"/>
              </a:rPr>
              <a:t>а</a:t>
            </a:r>
            <a:r>
              <a:rPr b="0" lang="ru-RU" sz="3300" strike="noStrike" u="none">
                <a:solidFill>
                  <a:schemeClr val="dk1"/>
                </a:solidFill>
                <a:effectLst/>
                <a:uFillTx/>
                <a:latin typeface="Calibri Light"/>
              </a:rPr>
              <a:t>г</a:t>
            </a:r>
            <a:r>
              <a:rPr b="0" lang="ru-RU" sz="3300" strike="noStrike" u="none">
                <a:solidFill>
                  <a:schemeClr val="dk1"/>
                </a:solidFill>
                <a:effectLst/>
                <a:uFillTx/>
                <a:latin typeface="Calibri Light"/>
              </a:rPr>
              <a:t>о</a:t>
            </a:r>
            <a:r>
              <a:rPr b="0" lang="ru-RU" sz="3300" strike="noStrike" u="none">
                <a:solidFill>
                  <a:schemeClr val="dk1"/>
                </a:solidFill>
                <a:effectLst/>
                <a:uFillTx/>
                <a:latin typeface="Calibri Light"/>
              </a:rPr>
              <a:t>л</a:t>
            </a:r>
            <a:r>
              <a:rPr b="0" lang="ru-RU" sz="3300" strike="noStrike" u="none">
                <a:solidFill>
                  <a:schemeClr val="dk1"/>
                </a:solidFill>
                <a:effectLst/>
                <a:uFillTx/>
                <a:latin typeface="Calibri Light"/>
              </a:rPr>
              <a:t>о</a:t>
            </a:r>
            <a:r>
              <a:rPr b="0" lang="ru-RU" sz="3300" strike="noStrike" u="none">
                <a:solidFill>
                  <a:schemeClr val="dk1"/>
                </a:solidFill>
                <a:effectLst/>
                <a:uFillTx/>
                <a:latin typeface="Calibri Light"/>
              </a:rPr>
              <a:t>в</a:t>
            </a:r>
            <a:r>
              <a:rPr b="0" lang="ru-RU" sz="3300" strike="noStrike" u="none">
                <a:solidFill>
                  <a:schemeClr val="dk1"/>
                </a:solidFill>
                <a:effectLst/>
                <a:uFillTx/>
                <a:latin typeface="Calibri Light"/>
              </a:rPr>
              <a:t>к</a:t>
            </a:r>
            <a:r>
              <a:rPr b="0" lang="ru-RU" sz="3300" strike="noStrike" u="none">
                <a:solidFill>
                  <a:schemeClr val="dk1"/>
                </a:solidFill>
                <a:effectLst/>
                <a:uFillTx/>
                <a:latin typeface="Calibri Light"/>
              </a:rPr>
              <a:t>а</a:t>
            </a:r>
            <a:endParaRPr b="0" lang="en-US" sz="3300" strike="noStrike" u="none">
              <a:solidFill>
                <a:srgbClr val="000000"/>
              </a:solidFill>
              <a:effectLst/>
              <a:uFillTx/>
              <a:latin typeface="Arial"/>
            </a:endParaRPr>
          </a:p>
        </p:txBody>
      </p:sp>
      <p:sp>
        <p:nvSpPr>
          <p:cNvPr id="1" name="PlaceHolder 2"/>
          <p:cNvSpPr>
            <a:spLocks noGrp="1"/>
          </p:cNvSpPr>
          <p:nvPr>
            <p:ph type="body"/>
          </p:nvPr>
        </p:nvSpPr>
        <p:spPr>
          <a:xfrm>
            <a:off x="628560" y="365040"/>
            <a:ext cx="5799240" cy="5810400"/>
          </a:xfrm>
          <a:prstGeom prst="rect">
            <a:avLst/>
          </a:prstGeom>
          <a:noFill/>
          <a:ln w="0">
            <a:noFill/>
          </a:ln>
        </p:spPr>
        <p:txBody>
          <a:bodyPr lIns="91440" rIns="91440" tIns="45720" bIns="45720" anchor="t" vert="eaVert">
            <a:noAutofit/>
          </a:bodyPr>
          <a:p>
            <a:pPr marL="171360" indent="-171360" defTabSz="685800">
              <a:lnSpc>
                <a:spcPct val="90000"/>
              </a:lnSpc>
              <a:spcBef>
                <a:spcPts val="751"/>
              </a:spcBef>
              <a:buClr>
                <a:srgbClr val="000000"/>
              </a:buClr>
              <a:buFont typeface="Arial"/>
              <a:buChar char="•"/>
            </a:pPr>
            <a:r>
              <a:rPr b="0" lang="ru-RU" sz="2100" strike="noStrike" u="none">
                <a:solidFill>
                  <a:schemeClr val="dk1"/>
                </a:solidFill>
                <a:effectLst/>
                <a:uFillTx/>
                <a:latin typeface="Calibri"/>
              </a:rPr>
              <a:t>Образец текста</a:t>
            </a:r>
            <a:endParaRPr b="0" lang="en-US" sz="2100" strike="noStrike" u="none">
              <a:solidFill>
                <a:srgbClr val="000000"/>
              </a:solidFill>
              <a:effectLst/>
              <a:uFillTx/>
              <a:latin typeface="Arial"/>
            </a:endParaRPr>
          </a:p>
          <a:p>
            <a:pPr lvl="1" marL="514440" indent="-171360" defTabSz="685800">
              <a:lnSpc>
                <a:spcPct val="90000"/>
              </a:lnSpc>
              <a:spcBef>
                <a:spcPts val="374"/>
              </a:spcBef>
              <a:buClr>
                <a:srgbClr val="000000"/>
              </a:buClr>
              <a:buFont typeface="Arial"/>
              <a:buChar char="•"/>
            </a:pPr>
            <a:r>
              <a:rPr b="0" lang="ru-RU" sz="1800" strike="noStrike" u="none">
                <a:solidFill>
                  <a:schemeClr val="dk1"/>
                </a:solidFill>
                <a:effectLst/>
                <a:uFillTx/>
                <a:latin typeface="Calibri"/>
              </a:rPr>
              <a:t>Второй уровень</a:t>
            </a:r>
            <a:endParaRPr b="0" lang="en-US" sz="1800" strike="noStrike" u="none">
              <a:solidFill>
                <a:srgbClr val="000000"/>
              </a:solidFill>
              <a:effectLst/>
              <a:uFillTx/>
              <a:latin typeface="Arial"/>
            </a:endParaRPr>
          </a:p>
          <a:p>
            <a:pPr lvl="2" marL="857160" indent="-171360" defTabSz="685800">
              <a:lnSpc>
                <a:spcPct val="90000"/>
              </a:lnSpc>
              <a:spcBef>
                <a:spcPts val="374"/>
              </a:spcBef>
              <a:buClr>
                <a:srgbClr val="000000"/>
              </a:buClr>
              <a:buFont typeface="Arial"/>
              <a:buChar char="•"/>
            </a:pPr>
            <a:r>
              <a:rPr b="0" lang="ru-RU" sz="1500" strike="noStrike" u="none">
                <a:solidFill>
                  <a:schemeClr val="dk1"/>
                </a:solidFill>
                <a:effectLst/>
                <a:uFillTx/>
                <a:latin typeface="Calibri"/>
              </a:rPr>
              <a:t>Третий уровень</a:t>
            </a:r>
            <a:endParaRPr b="0" lang="en-US" sz="1500" strike="noStrike" u="none">
              <a:solidFill>
                <a:srgbClr val="000000"/>
              </a:solidFill>
              <a:effectLst/>
              <a:uFillTx/>
              <a:latin typeface="Arial"/>
            </a:endParaRPr>
          </a:p>
          <a:p>
            <a:pPr lvl="3" marL="1200240" indent="-171360" defTabSz="685800">
              <a:lnSpc>
                <a:spcPct val="90000"/>
              </a:lnSpc>
              <a:spcBef>
                <a:spcPts val="374"/>
              </a:spcBef>
              <a:buClr>
                <a:srgbClr val="000000"/>
              </a:buClr>
              <a:buFont typeface="Arial"/>
              <a:buChar char="•"/>
            </a:pPr>
            <a:r>
              <a:rPr b="0" lang="ru-RU" sz="1350" strike="noStrike" u="none">
                <a:solidFill>
                  <a:schemeClr val="dk1"/>
                </a:solidFill>
                <a:effectLst/>
                <a:uFillTx/>
                <a:latin typeface="Calibri"/>
              </a:rPr>
              <a:t>Четвертый уровень</a:t>
            </a:r>
            <a:endParaRPr b="0" lang="en-US" sz="1350" strike="noStrike" u="none">
              <a:solidFill>
                <a:srgbClr val="000000"/>
              </a:solidFill>
              <a:effectLst/>
              <a:uFillTx/>
              <a:latin typeface="Arial"/>
            </a:endParaRPr>
          </a:p>
          <a:p>
            <a:pPr lvl="4" marL="1542960" indent="-171360" defTabSz="685800">
              <a:lnSpc>
                <a:spcPct val="90000"/>
              </a:lnSpc>
              <a:spcBef>
                <a:spcPts val="374"/>
              </a:spcBef>
              <a:buClr>
                <a:srgbClr val="000000"/>
              </a:buClr>
              <a:buFont typeface="Arial"/>
              <a:buChar char="•"/>
            </a:pPr>
            <a:r>
              <a:rPr b="0" lang="ru-RU" sz="1350" strike="noStrike" u="none">
                <a:solidFill>
                  <a:schemeClr val="dk1"/>
                </a:solidFill>
                <a:effectLst/>
                <a:uFillTx/>
                <a:latin typeface="Calibri"/>
              </a:rPr>
              <a:t>Пятый уровень</a:t>
            </a:r>
            <a:endParaRPr b="0" lang="en-US" sz="1350" strike="noStrike" u="none">
              <a:solidFill>
                <a:srgbClr val="000000"/>
              </a:solidFill>
              <a:effectLst/>
              <a:uFillTx/>
              <a:latin typeface="Arial"/>
            </a:endParaRPr>
          </a:p>
        </p:txBody>
      </p:sp>
      <p:sp>
        <p:nvSpPr>
          <p:cNvPr id="2" name="PlaceHolder 3"/>
          <p:cNvSpPr>
            <a:spLocks noGrp="1"/>
          </p:cNvSpPr>
          <p:nvPr>
            <p:ph type="dt" idx="1"/>
          </p:nvPr>
        </p:nvSpPr>
        <p:spPr>
          <a:xfrm>
            <a:off x="628560" y="6356520"/>
            <a:ext cx="2055960" cy="363600"/>
          </a:xfrm>
          <a:prstGeom prst="rect">
            <a:avLst/>
          </a:prstGeom>
          <a:noFill/>
          <a:ln w="0">
            <a:noFill/>
          </a:ln>
        </p:spPr>
        <p:txBody>
          <a:bodyPr lIns="91440" rIns="91440" tIns="45720" bIns="45720" anchor="ctr">
            <a:noAutofit/>
          </a:bodyPr>
          <a:lstStyle>
            <a:lvl1pPr indent="0">
              <a:lnSpc>
                <a:spcPct val="100000"/>
              </a:lnSpc>
              <a:buNone/>
              <a:tabLst>
                <a:tab algn="l" pos="0"/>
              </a:tabLst>
              <a:defRPr b="0" lang="en-US" sz="1400" strike="noStrike" u="none">
                <a:solidFill>
                  <a:srgbClr val="000000"/>
                </a:solidFill>
                <a:effectLst/>
                <a:uFillTx/>
                <a:latin typeface="Times New Roman"/>
              </a:defRPr>
            </a:lvl1pPr>
          </a:lstStyle>
          <a:p>
            <a:pPr indent="0">
              <a:lnSpc>
                <a:spcPct val="100000"/>
              </a:lnSpc>
              <a:buNone/>
              <a:tabLst>
                <a:tab algn="l" pos="0"/>
              </a:tabLst>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
        <p:nvSpPr>
          <p:cNvPr id="3" name="PlaceHolder 4"/>
          <p:cNvSpPr>
            <a:spLocks noGrp="1"/>
          </p:cNvSpPr>
          <p:nvPr>
            <p:ph type="ftr" idx="2"/>
          </p:nvPr>
        </p:nvSpPr>
        <p:spPr>
          <a:xfrm>
            <a:off x="3029040" y="6356520"/>
            <a:ext cx="308484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4" name="PlaceHolder 5"/>
          <p:cNvSpPr>
            <a:spLocks noGrp="1"/>
          </p:cNvSpPr>
          <p:nvPr>
            <p:ph type="sldNum" idx="3"/>
          </p:nvPr>
        </p:nvSpPr>
        <p:spPr>
          <a:xfrm>
            <a:off x="6458040" y="6356520"/>
            <a:ext cx="2055960" cy="3636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ru-RU" sz="9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85E3EEF7-1DFF-4947-BA9A-B890B0D0EB71}" type="slidenum">
              <a:rPr b="0" lang="ru-RU" sz="900" strike="noStrike" u="none">
                <a:solidFill>
                  <a:schemeClr val="dk1">
                    <a:tint val="75000"/>
                  </a:schemeClr>
                </a:solidFill>
                <a:effectLst/>
                <a:uFillTx/>
                <a:latin typeface="Calibri"/>
              </a:rPr>
              <a:t>&lt;number&gt;</a:t>
            </a:fld>
            <a:endParaRPr b="0" lang="en-US" sz="900" strike="noStrike" u="non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Заголовок и объект">
    <p:bg>
      <p:bgPr>
        <a:solidFill>
          <a:srgbClr val="ffffff"/>
        </a:solidFill>
      </p:bgPr>
    </p:bg>
    <p:spTree>
      <p:nvGrpSpPr>
        <p:cNvPr id="1" name=""/>
        <p:cNvGrpSpPr/>
        <p:nvPr/>
      </p:nvGrpSpPr>
      <p:grpSpPr>
        <a:xfrm>
          <a:off x="0" y="0"/>
          <a:ext cx="0" cy="0"/>
          <a:chOff x="0" y="0"/>
          <a:chExt cx="0" cy="0"/>
        </a:xfrm>
      </p:grpSpPr>
      <p:sp>
        <p:nvSpPr>
          <p:cNvPr id="5" name="PlaceHolder 1"/>
          <p:cNvSpPr>
            <a:spLocks noGrp="1"/>
          </p:cNvSpPr>
          <p:nvPr>
            <p:ph type="title"/>
          </p:nvPr>
        </p:nvSpPr>
        <p:spPr>
          <a:xfrm>
            <a:off x="628560" y="365040"/>
            <a:ext cx="7885440" cy="1324080"/>
          </a:xfrm>
          <a:prstGeom prst="rect">
            <a:avLst/>
          </a:prstGeom>
          <a:noFill/>
          <a:ln w="0">
            <a:noFill/>
          </a:ln>
        </p:spPr>
        <p:txBody>
          <a:bodyPr lIns="91440" rIns="91440" tIns="45720" bIns="45720" anchor="ctr">
            <a:noAutofit/>
          </a:bodyPr>
          <a:p>
            <a:pPr indent="0" defTabSz="685800">
              <a:lnSpc>
                <a:spcPct val="90000"/>
              </a:lnSpc>
              <a:buNone/>
              <a:tabLst>
                <a:tab algn="l" pos="0"/>
              </a:tabLst>
            </a:pPr>
            <a:r>
              <a:rPr b="0" lang="ru-RU" sz="3300" strike="noStrike" u="none">
                <a:solidFill>
                  <a:schemeClr val="dk1"/>
                </a:solidFill>
                <a:effectLst/>
                <a:uFillTx/>
                <a:latin typeface="Calibri Light"/>
              </a:rPr>
              <a:t>Образец заголовка</a:t>
            </a:r>
            <a:endParaRPr b="0" lang="en-US" sz="3300" strike="noStrike" u="none">
              <a:solidFill>
                <a:srgbClr val="000000"/>
              </a:solidFill>
              <a:effectLst/>
              <a:uFillTx/>
              <a:latin typeface="Arial"/>
            </a:endParaRPr>
          </a:p>
        </p:txBody>
      </p:sp>
      <p:sp>
        <p:nvSpPr>
          <p:cNvPr id="6" name="PlaceHolder 2"/>
          <p:cNvSpPr>
            <a:spLocks noGrp="1"/>
          </p:cNvSpPr>
          <p:nvPr>
            <p:ph type="body"/>
          </p:nvPr>
        </p:nvSpPr>
        <p:spPr>
          <a:xfrm>
            <a:off x="628560" y="1825560"/>
            <a:ext cx="7885440" cy="4349880"/>
          </a:xfrm>
          <a:prstGeom prst="rect">
            <a:avLst/>
          </a:prstGeom>
          <a:noFill/>
          <a:ln w="0">
            <a:noFill/>
          </a:ln>
        </p:spPr>
        <p:txBody>
          <a:bodyPr lIns="91440" rIns="91440" tIns="45720" bIns="45720" anchor="t">
            <a:noAutofit/>
          </a:bodyPr>
          <a:p>
            <a:pPr marL="171360" indent="-171360" defTabSz="685800">
              <a:lnSpc>
                <a:spcPct val="90000"/>
              </a:lnSpc>
              <a:spcBef>
                <a:spcPts val="751"/>
              </a:spcBef>
              <a:buClr>
                <a:srgbClr val="000000"/>
              </a:buClr>
              <a:buFont typeface="Arial"/>
              <a:buChar char="•"/>
            </a:pPr>
            <a:r>
              <a:rPr b="0" lang="ru-RU" sz="2100" strike="noStrike" u="none">
                <a:solidFill>
                  <a:schemeClr val="dk1"/>
                </a:solidFill>
                <a:effectLst/>
                <a:uFillTx/>
                <a:latin typeface="Calibri"/>
              </a:rPr>
              <a:t>Образец текста</a:t>
            </a:r>
            <a:endParaRPr b="0" lang="en-US" sz="2100" strike="noStrike" u="none">
              <a:solidFill>
                <a:srgbClr val="000000"/>
              </a:solidFill>
              <a:effectLst/>
              <a:uFillTx/>
              <a:latin typeface="Arial"/>
            </a:endParaRPr>
          </a:p>
          <a:p>
            <a:pPr lvl="1" marL="514440" indent="-171360" defTabSz="685800">
              <a:lnSpc>
                <a:spcPct val="90000"/>
              </a:lnSpc>
              <a:spcBef>
                <a:spcPts val="374"/>
              </a:spcBef>
              <a:buClr>
                <a:srgbClr val="000000"/>
              </a:buClr>
              <a:buFont typeface="Arial"/>
              <a:buChar char="•"/>
            </a:pPr>
            <a:r>
              <a:rPr b="0" lang="ru-RU" sz="1800" strike="noStrike" u="none">
                <a:solidFill>
                  <a:schemeClr val="dk1"/>
                </a:solidFill>
                <a:effectLst/>
                <a:uFillTx/>
                <a:latin typeface="Calibri"/>
              </a:rPr>
              <a:t>Второй уровень</a:t>
            </a:r>
            <a:endParaRPr b="0" lang="en-US" sz="1800" strike="noStrike" u="none">
              <a:solidFill>
                <a:srgbClr val="000000"/>
              </a:solidFill>
              <a:effectLst/>
              <a:uFillTx/>
              <a:latin typeface="Arial"/>
            </a:endParaRPr>
          </a:p>
          <a:p>
            <a:pPr lvl="2" marL="857160" indent="-171360" defTabSz="685800">
              <a:lnSpc>
                <a:spcPct val="90000"/>
              </a:lnSpc>
              <a:spcBef>
                <a:spcPts val="374"/>
              </a:spcBef>
              <a:buClr>
                <a:srgbClr val="000000"/>
              </a:buClr>
              <a:buFont typeface="Arial"/>
              <a:buChar char="•"/>
            </a:pPr>
            <a:r>
              <a:rPr b="0" lang="ru-RU" sz="1500" strike="noStrike" u="none">
                <a:solidFill>
                  <a:schemeClr val="dk1"/>
                </a:solidFill>
                <a:effectLst/>
                <a:uFillTx/>
                <a:latin typeface="Calibri"/>
              </a:rPr>
              <a:t>Третий уровень</a:t>
            </a:r>
            <a:endParaRPr b="0" lang="en-US" sz="1500" strike="noStrike" u="none">
              <a:solidFill>
                <a:srgbClr val="000000"/>
              </a:solidFill>
              <a:effectLst/>
              <a:uFillTx/>
              <a:latin typeface="Arial"/>
            </a:endParaRPr>
          </a:p>
          <a:p>
            <a:pPr lvl="3" marL="1200240" indent="-171360" defTabSz="685800">
              <a:lnSpc>
                <a:spcPct val="90000"/>
              </a:lnSpc>
              <a:spcBef>
                <a:spcPts val="374"/>
              </a:spcBef>
              <a:buClr>
                <a:srgbClr val="000000"/>
              </a:buClr>
              <a:buFont typeface="Arial"/>
              <a:buChar char="•"/>
            </a:pPr>
            <a:r>
              <a:rPr b="0" lang="ru-RU" sz="1350" strike="noStrike" u="none">
                <a:solidFill>
                  <a:schemeClr val="dk1"/>
                </a:solidFill>
                <a:effectLst/>
                <a:uFillTx/>
                <a:latin typeface="Calibri"/>
              </a:rPr>
              <a:t>Четвертый уровень</a:t>
            </a:r>
            <a:endParaRPr b="0" lang="en-US" sz="1350" strike="noStrike" u="none">
              <a:solidFill>
                <a:srgbClr val="000000"/>
              </a:solidFill>
              <a:effectLst/>
              <a:uFillTx/>
              <a:latin typeface="Arial"/>
            </a:endParaRPr>
          </a:p>
          <a:p>
            <a:pPr lvl="4" marL="1542960" indent="-171360" defTabSz="685800">
              <a:lnSpc>
                <a:spcPct val="90000"/>
              </a:lnSpc>
              <a:spcBef>
                <a:spcPts val="374"/>
              </a:spcBef>
              <a:buClr>
                <a:srgbClr val="000000"/>
              </a:buClr>
              <a:buFont typeface="Arial"/>
              <a:buChar char="•"/>
            </a:pPr>
            <a:r>
              <a:rPr b="0" lang="ru-RU" sz="1350" strike="noStrike" u="none">
                <a:solidFill>
                  <a:schemeClr val="dk1"/>
                </a:solidFill>
                <a:effectLst/>
                <a:uFillTx/>
                <a:latin typeface="Calibri"/>
              </a:rPr>
              <a:t>Пятый уровень</a:t>
            </a:r>
            <a:endParaRPr b="0" lang="en-US" sz="1350" strike="noStrike" u="none">
              <a:solidFill>
                <a:srgbClr val="000000"/>
              </a:solidFill>
              <a:effectLst/>
              <a:uFillTx/>
              <a:latin typeface="Arial"/>
            </a:endParaRPr>
          </a:p>
        </p:txBody>
      </p:sp>
      <p:sp>
        <p:nvSpPr>
          <p:cNvPr id="7" name="PlaceHolder 3"/>
          <p:cNvSpPr>
            <a:spLocks noGrp="1"/>
          </p:cNvSpPr>
          <p:nvPr>
            <p:ph type="dt" idx="4"/>
          </p:nvPr>
        </p:nvSpPr>
        <p:spPr>
          <a:xfrm>
            <a:off x="628560" y="6356520"/>
            <a:ext cx="2055960" cy="363600"/>
          </a:xfrm>
          <a:prstGeom prst="rect">
            <a:avLst/>
          </a:prstGeom>
          <a:noFill/>
          <a:ln w="0">
            <a:noFill/>
          </a:ln>
        </p:spPr>
        <p:txBody>
          <a:bodyPr lIns="91440" rIns="91440" tIns="45720" bIns="45720" anchor="ctr">
            <a:noAutofit/>
          </a:bodyPr>
          <a:lstStyle>
            <a:lvl1pPr indent="0">
              <a:lnSpc>
                <a:spcPct val="100000"/>
              </a:lnSpc>
              <a:buNone/>
              <a:tabLst>
                <a:tab algn="l" pos="0"/>
              </a:tabLst>
              <a:defRPr b="0" lang="en-US" sz="1400" strike="noStrike" u="none">
                <a:solidFill>
                  <a:srgbClr val="000000"/>
                </a:solidFill>
                <a:effectLst/>
                <a:uFillTx/>
                <a:latin typeface="Times New Roman"/>
              </a:defRPr>
            </a:lvl1pPr>
          </a:lstStyle>
          <a:p>
            <a:pPr indent="0">
              <a:lnSpc>
                <a:spcPct val="100000"/>
              </a:lnSpc>
              <a:buNone/>
              <a:tabLst>
                <a:tab algn="l" pos="0"/>
              </a:tabLst>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
        <p:nvSpPr>
          <p:cNvPr id="8" name="PlaceHolder 4"/>
          <p:cNvSpPr>
            <a:spLocks noGrp="1"/>
          </p:cNvSpPr>
          <p:nvPr>
            <p:ph type="ftr" idx="5"/>
          </p:nvPr>
        </p:nvSpPr>
        <p:spPr>
          <a:xfrm>
            <a:off x="3029040" y="6356520"/>
            <a:ext cx="308484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9" name="PlaceHolder 5"/>
          <p:cNvSpPr>
            <a:spLocks noGrp="1"/>
          </p:cNvSpPr>
          <p:nvPr>
            <p:ph type="sldNum" idx="6"/>
          </p:nvPr>
        </p:nvSpPr>
        <p:spPr>
          <a:xfrm>
            <a:off x="6458040" y="6356520"/>
            <a:ext cx="2055960" cy="3636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ru-RU" sz="9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B5A1267D-A0EF-4B3A-BFC2-7789F6A787EA}" type="slidenum">
              <a:rPr b="0" lang="ru-RU" sz="900" strike="noStrike" u="none">
                <a:solidFill>
                  <a:schemeClr val="dk1">
                    <a:tint val="75000"/>
                  </a:schemeClr>
                </a:solidFill>
                <a:effectLst/>
                <a:uFillTx/>
                <a:latin typeface="Calibri"/>
              </a:rPr>
              <a:t>&lt;number&gt;</a:t>
            </a:fld>
            <a:endParaRPr b="0" lang="en-US" sz="900" strike="noStrike" u="non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Заголовок раздела">
    <p:bg>
      <p:bgPr>
        <a:solidFill>
          <a:srgbClr val="ffffff"/>
        </a:solidFill>
      </p:bgPr>
    </p:bg>
    <p:spTree>
      <p:nvGrpSpPr>
        <p:cNvPr id="1" name=""/>
        <p:cNvGrpSpPr/>
        <p:nvPr/>
      </p:nvGrpSpPr>
      <p:grpSpPr>
        <a:xfrm>
          <a:off x="0" y="0"/>
          <a:ext cx="0" cy="0"/>
          <a:chOff x="0" y="0"/>
          <a:chExt cx="0" cy="0"/>
        </a:xfrm>
      </p:grpSpPr>
      <p:sp>
        <p:nvSpPr>
          <p:cNvPr id="10" name="PlaceHolder 1"/>
          <p:cNvSpPr>
            <a:spLocks noGrp="1"/>
          </p:cNvSpPr>
          <p:nvPr>
            <p:ph type="title"/>
          </p:nvPr>
        </p:nvSpPr>
        <p:spPr>
          <a:xfrm>
            <a:off x="623880" y="1709640"/>
            <a:ext cx="7885440" cy="2851200"/>
          </a:xfrm>
          <a:prstGeom prst="rect">
            <a:avLst/>
          </a:prstGeom>
          <a:noFill/>
          <a:ln w="0">
            <a:noFill/>
          </a:ln>
        </p:spPr>
        <p:txBody>
          <a:bodyPr lIns="91440" rIns="91440" tIns="45720" bIns="45720" anchor="b">
            <a:noAutofit/>
          </a:bodyPr>
          <a:p>
            <a:pPr indent="0" defTabSz="685800">
              <a:lnSpc>
                <a:spcPct val="90000"/>
              </a:lnSpc>
              <a:buNone/>
              <a:tabLst>
                <a:tab algn="l" pos="0"/>
              </a:tabLst>
            </a:pPr>
            <a:r>
              <a:rPr b="0" lang="ru-RU" sz="4500" strike="noStrike" u="none">
                <a:solidFill>
                  <a:schemeClr val="dk1"/>
                </a:solidFill>
                <a:effectLst/>
                <a:uFillTx/>
                <a:latin typeface="Calibri Light"/>
              </a:rPr>
              <a:t>Образец заголовка</a:t>
            </a:r>
            <a:endParaRPr b="0" lang="en-US" sz="4500" strike="noStrike" u="none">
              <a:solidFill>
                <a:srgbClr val="000000"/>
              </a:solidFill>
              <a:effectLst/>
              <a:uFillTx/>
              <a:latin typeface="Arial"/>
            </a:endParaRPr>
          </a:p>
        </p:txBody>
      </p:sp>
      <p:sp>
        <p:nvSpPr>
          <p:cNvPr id="11" name="PlaceHolder 2"/>
          <p:cNvSpPr>
            <a:spLocks noGrp="1"/>
          </p:cNvSpPr>
          <p:nvPr>
            <p:ph type="body"/>
          </p:nvPr>
        </p:nvSpPr>
        <p:spPr>
          <a:xfrm>
            <a:off x="623880" y="4589640"/>
            <a:ext cx="7885440" cy="1498680"/>
          </a:xfrm>
          <a:prstGeom prst="rect">
            <a:avLst/>
          </a:prstGeom>
          <a:noFill/>
          <a:ln w="0">
            <a:noFill/>
          </a:ln>
        </p:spPr>
        <p:txBody>
          <a:bodyPr lIns="91440" rIns="91440" tIns="45720" bIns="45720" anchor="t">
            <a:noAutofit/>
          </a:bodyPr>
          <a:p>
            <a:pPr indent="0" defTabSz="685800">
              <a:lnSpc>
                <a:spcPct val="90000"/>
              </a:lnSpc>
              <a:spcBef>
                <a:spcPts val="751"/>
              </a:spcBef>
              <a:buNone/>
              <a:tabLst>
                <a:tab algn="l" pos="0"/>
              </a:tabLst>
            </a:pPr>
            <a:r>
              <a:rPr b="0" lang="ru-RU" sz="1800" strike="noStrike" u="none">
                <a:solidFill>
                  <a:schemeClr val="dk1">
                    <a:tint val="75000"/>
                  </a:schemeClr>
                </a:solidFill>
                <a:effectLst/>
                <a:uFillTx/>
                <a:latin typeface="Calibri"/>
              </a:rPr>
              <a:t>Образец текста</a:t>
            </a:r>
            <a:endParaRPr b="0" lang="en-US" sz="1800" strike="noStrike" u="none">
              <a:solidFill>
                <a:srgbClr val="000000"/>
              </a:solidFill>
              <a:effectLst/>
              <a:uFillTx/>
              <a:latin typeface="Arial"/>
            </a:endParaRPr>
          </a:p>
        </p:txBody>
      </p:sp>
      <p:sp>
        <p:nvSpPr>
          <p:cNvPr id="12" name="PlaceHolder 3"/>
          <p:cNvSpPr>
            <a:spLocks noGrp="1"/>
          </p:cNvSpPr>
          <p:nvPr>
            <p:ph type="dt" idx="7"/>
          </p:nvPr>
        </p:nvSpPr>
        <p:spPr>
          <a:xfrm>
            <a:off x="628560" y="6356520"/>
            <a:ext cx="2055960" cy="363600"/>
          </a:xfrm>
          <a:prstGeom prst="rect">
            <a:avLst/>
          </a:prstGeom>
          <a:noFill/>
          <a:ln w="0">
            <a:noFill/>
          </a:ln>
        </p:spPr>
        <p:txBody>
          <a:bodyPr lIns="91440" rIns="91440" tIns="45720" bIns="45720" anchor="ctr">
            <a:noAutofit/>
          </a:bodyPr>
          <a:lstStyle>
            <a:lvl1pPr indent="0">
              <a:lnSpc>
                <a:spcPct val="100000"/>
              </a:lnSpc>
              <a:buNone/>
              <a:tabLst>
                <a:tab algn="l" pos="0"/>
              </a:tabLst>
              <a:defRPr b="0" lang="en-US" sz="1400" strike="noStrike" u="none">
                <a:solidFill>
                  <a:srgbClr val="000000"/>
                </a:solidFill>
                <a:effectLst/>
                <a:uFillTx/>
                <a:latin typeface="Times New Roman"/>
              </a:defRPr>
            </a:lvl1pPr>
          </a:lstStyle>
          <a:p>
            <a:pPr indent="0">
              <a:lnSpc>
                <a:spcPct val="100000"/>
              </a:lnSpc>
              <a:buNone/>
              <a:tabLst>
                <a:tab algn="l" pos="0"/>
              </a:tabLst>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
        <p:nvSpPr>
          <p:cNvPr id="13" name="PlaceHolder 4"/>
          <p:cNvSpPr>
            <a:spLocks noGrp="1"/>
          </p:cNvSpPr>
          <p:nvPr>
            <p:ph type="ftr" idx="8"/>
          </p:nvPr>
        </p:nvSpPr>
        <p:spPr>
          <a:xfrm>
            <a:off x="3029040" y="6356520"/>
            <a:ext cx="308484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14" name="PlaceHolder 5"/>
          <p:cNvSpPr>
            <a:spLocks noGrp="1"/>
          </p:cNvSpPr>
          <p:nvPr>
            <p:ph type="sldNum" idx="9"/>
          </p:nvPr>
        </p:nvSpPr>
        <p:spPr>
          <a:xfrm>
            <a:off x="6458040" y="6356520"/>
            <a:ext cx="2055960" cy="3636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ru-RU" sz="9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B4D5E611-5C6B-4A04-9A46-ADB00729FC4A}" type="slidenum">
              <a:rPr b="0" lang="ru-RU" sz="900" strike="noStrike" u="none">
                <a:solidFill>
                  <a:schemeClr val="dk1">
                    <a:tint val="75000"/>
                  </a:schemeClr>
                </a:solidFill>
                <a:effectLst/>
                <a:uFillTx/>
                <a:latin typeface="Calibri"/>
              </a:rPr>
              <a:t>&lt;number&gt;</a:t>
            </a:fld>
            <a:endParaRPr b="0" lang="en-US" sz="900" strike="noStrike" u="non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Два объекта">
    <p:bg>
      <p:bgPr>
        <a:solidFill>
          <a:srgbClr val="ffffff"/>
        </a:solidFill>
      </p:bgPr>
    </p:bg>
    <p:spTree>
      <p:nvGrpSpPr>
        <p:cNvPr id="1" name=""/>
        <p:cNvGrpSpPr/>
        <p:nvPr/>
      </p:nvGrpSpPr>
      <p:grpSpPr>
        <a:xfrm>
          <a:off x="0" y="0"/>
          <a:ext cx="0" cy="0"/>
          <a:chOff x="0" y="0"/>
          <a:chExt cx="0" cy="0"/>
        </a:xfrm>
      </p:grpSpPr>
      <p:sp>
        <p:nvSpPr>
          <p:cNvPr id="15" name="PlaceHolder 1"/>
          <p:cNvSpPr>
            <a:spLocks noGrp="1"/>
          </p:cNvSpPr>
          <p:nvPr>
            <p:ph type="title"/>
          </p:nvPr>
        </p:nvSpPr>
        <p:spPr>
          <a:xfrm>
            <a:off x="628560" y="365040"/>
            <a:ext cx="7885440" cy="1324080"/>
          </a:xfrm>
          <a:prstGeom prst="rect">
            <a:avLst/>
          </a:prstGeom>
          <a:noFill/>
          <a:ln w="0">
            <a:noFill/>
          </a:ln>
        </p:spPr>
        <p:txBody>
          <a:bodyPr lIns="91440" rIns="91440" tIns="45720" bIns="45720" anchor="ctr">
            <a:noAutofit/>
          </a:bodyPr>
          <a:p>
            <a:pPr indent="0" defTabSz="685800">
              <a:lnSpc>
                <a:spcPct val="90000"/>
              </a:lnSpc>
              <a:buNone/>
              <a:tabLst>
                <a:tab algn="l" pos="0"/>
              </a:tabLst>
            </a:pPr>
            <a:r>
              <a:rPr b="0" lang="ru-RU" sz="3300" strike="noStrike" u="none">
                <a:solidFill>
                  <a:schemeClr val="dk1"/>
                </a:solidFill>
                <a:effectLst/>
                <a:uFillTx/>
                <a:latin typeface="Calibri Light"/>
              </a:rPr>
              <a:t>Образец заголовка</a:t>
            </a:r>
            <a:endParaRPr b="0" lang="en-US" sz="3300" strike="noStrike" u="none">
              <a:solidFill>
                <a:srgbClr val="000000"/>
              </a:solidFill>
              <a:effectLst/>
              <a:uFillTx/>
              <a:latin typeface="Arial"/>
            </a:endParaRPr>
          </a:p>
        </p:txBody>
      </p:sp>
      <p:sp>
        <p:nvSpPr>
          <p:cNvPr id="16" name="PlaceHolder 2"/>
          <p:cNvSpPr>
            <a:spLocks noGrp="1"/>
          </p:cNvSpPr>
          <p:nvPr>
            <p:ph type="body"/>
          </p:nvPr>
        </p:nvSpPr>
        <p:spPr>
          <a:xfrm>
            <a:off x="628560" y="1825560"/>
            <a:ext cx="3884760" cy="4349880"/>
          </a:xfrm>
          <a:prstGeom prst="rect">
            <a:avLst/>
          </a:prstGeom>
          <a:noFill/>
          <a:ln w="0">
            <a:noFill/>
          </a:ln>
        </p:spPr>
        <p:txBody>
          <a:bodyPr lIns="91440" rIns="91440" tIns="45720" bIns="45720" anchor="t">
            <a:noAutofit/>
          </a:bodyPr>
          <a:p>
            <a:pPr marL="171360" indent="-171360" defTabSz="685800">
              <a:lnSpc>
                <a:spcPct val="90000"/>
              </a:lnSpc>
              <a:spcBef>
                <a:spcPts val="751"/>
              </a:spcBef>
              <a:buClr>
                <a:srgbClr val="000000"/>
              </a:buClr>
              <a:buFont typeface="Arial"/>
              <a:buChar char="•"/>
            </a:pPr>
            <a:r>
              <a:rPr b="0" lang="ru-RU" sz="2100" strike="noStrike" u="none">
                <a:solidFill>
                  <a:schemeClr val="dk1"/>
                </a:solidFill>
                <a:effectLst/>
                <a:uFillTx/>
                <a:latin typeface="Calibri"/>
              </a:rPr>
              <a:t>Образец текста</a:t>
            </a:r>
            <a:endParaRPr b="0" lang="en-US" sz="2100" strike="noStrike" u="none">
              <a:solidFill>
                <a:srgbClr val="000000"/>
              </a:solidFill>
              <a:effectLst/>
              <a:uFillTx/>
              <a:latin typeface="Arial"/>
            </a:endParaRPr>
          </a:p>
          <a:p>
            <a:pPr lvl="1" marL="514440" indent="-171360" defTabSz="685800">
              <a:lnSpc>
                <a:spcPct val="90000"/>
              </a:lnSpc>
              <a:spcBef>
                <a:spcPts val="374"/>
              </a:spcBef>
              <a:buClr>
                <a:srgbClr val="000000"/>
              </a:buClr>
              <a:buFont typeface="Arial"/>
              <a:buChar char="•"/>
            </a:pPr>
            <a:r>
              <a:rPr b="0" lang="ru-RU" sz="1800" strike="noStrike" u="none">
                <a:solidFill>
                  <a:schemeClr val="dk1"/>
                </a:solidFill>
                <a:effectLst/>
                <a:uFillTx/>
                <a:latin typeface="Calibri"/>
              </a:rPr>
              <a:t>Второй уровень</a:t>
            </a:r>
            <a:endParaRPr b="0" lang="en-US" sz="1800" strike="noStrike" u="none">
              <a:solidFill>
                <a:srgbClr val="000000"/>
              </a:solidFill>
              <a:effectLst/>
              <a:uFillTx/>
              <a:latin typeface="Arial"/>
            </a:endParaRPr>
          </a:p>
          <a:p>
            <a:pPr lvl="2" marL="857160" indent="-171360" defTabSz="685800">
              <a:lnSpc>
                <a:spcPct val="90000"/>
              </a:lnSpc>
              <a:spcBef>
                <a:spcPts val="374"/>
              </a:spcBef>
              <a:buClr>
                <a:srgbClr val="000000"/>
              </a:buClr>
              <a:buFont typeface="Arial"/>
              <a:buChar char="•"/>
            </a:pPr>
            <a:r>
              <a:rPr b="0" lang="ru-RU" sz="1500" strike="noStrike" u="none">
                <a:solidFill>
                  <a:schemeClr val="dk1"/>
                </a:solidFill>
                <a:effectLst/>
                <a:uFillTx/>
                <a:latin typeface="Calibri"/>
              </a:rPr>
              <a:t>Третий уровень</a:t>
            </a:r>
            <a:endParaRPr b="0" lang="en-US" sz="1500" strike="noStrike" u="none">
              <a:solidFill>
                <a:srgbClr val="000000"/>
              </a:solidFill>
              <a:effectLst/>
              <a:uFillTx/>
              <a:latin typeface="Arial"/>
            </a:endParaRPr>
          </a:p>
          <a:p>
            <a:pPr lvl="3" marL="1200240" indent="-171360" defTabSz="685800">
              <a:lnSpc>
                <a:spcPct val="90000"/>
              </a:lnSpc>
              <a:spcBef>
                <a:spcPts val="374"/>
              </a:spcBef>
              <a:buClr>
                <a:srgbClr val="000000"/>
              </a:buClr>
              <a:buFont typeface="Arial"/>
              <a:buChar char="•"/>
            </a:pPr>
            <a:r>
              <a:rPr b="0" lang="ru-RU" sz="1350" strike="noStrike" u="none">
                <a:solidFill>
                  <a:schemeClr val="dk1"/>
                </a:solidFill>
                <a:effectLst/>
                <a:uFillTx/>
                <a:latin typeface="Calibri"/>
              </a:rPr>
              <a:t>Четвертый уровень</a:t>
            </a:r>
            <a:endParaRPr b="0" lang="en-US" sz="1350" strike="noStrike" u="none">
              <a:solidFill>
                <a:srgbClr val="000000"/>
              </a:solidFill>
              <a:effectLst/>
              <a:uFillTx/>
              <a:latin typeface="Arial"/>
            </a:endParaRPr>
          </a:p>
          <a:p>
            <a:pPr lvl="4" marL="1542960" indent="-171360" defTabSz="685800">
              <a:lnSpc>
                <a:spcPct val="90000"/>
              </a:lnSpc>
              <a:spcBef>
                <a:spcPts val="374"/>
              </a:spcBef>
              <a:buClr>
                <a:srgbClr val="000000"/>
              </a:buClr>
              <a:buFont typeface="Arial"/>
              <a:buChar char="•"/>
            </a:pPr>
            <a:r>
              <a:rPr b="0" lang="ru-RU" sz="1350" strike="noStrike" u="none">
                <a:solidFill>
                  <a:schemeClr val="dk1"/>
                </a:solidFill>
                <a:effectLst/>
                <a:uFillTx/>
                <a:latin typeface="Calibri"/>
              </a:rPr>
              <a:t>Пятый уровень</a:t>
            </a:r>
            <a:endParaRPr b="0" lang="en-US" sz="1350" strike="noStrike" u="none">
              <a:solidFill>
                <a:srgbClr val="000000"/>
              </a:solidFill>
              <a:effectLst/>
              <a:uFillTx/>
              <a:latin typeface="Arial"/>
            </a:endParaRPr>
          </a:p>
        </p:txBody>
      </p:sp>
      <p:sp>
        <p:nvSpPr>
          <p:cNvPr id="17" name="PlaceHolder 3"/>
          <p:cNvSpPr>
            <a:spLocks noGrp="1"/>
          </p:cNvSpPr>
          <p:nvPr>
            <p:ph type="body"/>
          </p:nvPr>
        </p:nvSpPr>
        <p:spPr>
          <a:xfrm>
            <a:off x="4629240" y="1825560"/>
            <a:ext cx="3884760" cy="4349880"/>
          </a:xfrm>
          <a:prstGeom prst="rect">
            <a:avLst/>
          </a:prstGeom>
          <a:noFill/>
          <a:ln w="0">
            <a:noFill/>
          </a:ln>
        </p:spPr>
        <p:txBody>
          <a:bodyPr lIns="91440" rIns="91440" tIns="45720" bIns="45720" anchor="t">
            <a:noAutofit/>
          </a:bodyPr>
          <a:p>
            <a:pPr marL="171360" indent="-171360" defTabSz="685800">
              <a:lnSpc>
                <a:spcPct val="90000"/>
              </a:lnSpc>
              <a:spcBef>
                <a:spcPts val="751"/>
              </a:spcBef>
              <a:buClr>
                <a:srgbClr val="000000"/>
              </a:buClr>
              <a:buFont typeface="Arial"/>
              <a:buChar char="•"/>
            </a:pPr>
            <a:r>
              <a:rPr b="0" lang="ru-RU" sz="2100" strike="noStrike" u="none">
                <a:solidFill>
                  <a:schemeClr val="dk1"/>
                </a:solidFill>
                <a:effectLst/>
                <a:uFillTx/>
                <a:latin typeface="Calibri"/>
              </a:rPr>
              <a:t>Образец текста</a:t>
            </a:r>
            <a:endParaRPr b="0" lang="en-US" sz="2100" strike="noStrike" u="none">
              <a:solidFill>
                <a:srgbClr val="000000"/>
              </a:solidFill>
              <a:effectLst/>
              <a:uFillTx/>
              <a:latin typeface="Arial"/>
            </a:endParaRPr>
          </a:p>
          <a:p>
            <a:pPr lvl="1" marL="514440" indent="-171360" defTabSz="685800">
              <a:lnSpc>
                <a:spcPct val="90000"/>
              </a:lnSpc>
              <a:spcBef>
                <a:spcPts val="374"/>
              </a:spcBef>
              <a:buClr>
                <a:srgbClr val="000000"/>
              </a:buClr>
              <a:buFont typeface="Arial"/>
              <a:buChar char="•"/>
            </a:pPr>
            <a:r>
              <a:rPr b="0" lang="ru-RU" sz="1800" strike="noStrike" u="none">
                <a:solidFill>
                  <a:schemeClr val="dk1"/>
                </a:solidFill>
                <a:effectLst/>
                <a:uFillTx/>
                <a:latin typeface="Calibri"/>
              </a:rPr>
              <a:t>Второй уровень</a:t>
            </a:r>
            <a:endParaRPr b="0" lang="en-US" sz="1800" strike="noStrike" u="none">
              <a:solidFill>
                <a:srgbClr val="000000"/>
              </a:solidFill>
              <a:effectLst/>
              <a:uFillTx/>
              <a:latin typeface="Arial"/>
            </a:endParaRPr>
          </a:p>
          <a:p>
            <a:pPr lvl="2" marL="857160" indent="-171360" defTabSz="685800">
              <a:lnSpc>
                <a:spcPct val="90000"/>
              </a:lnSpc>
              <a:spcBef>
                <a:spcPts val="374"/>
              </a:spcBef>
              <a:buClr>
                <a:srgbClr val="000000"/>
              </a:buClr>
              <a:buFont typeface="Arial"/>
              <a:buChar char="•"/>
            </a:pPr>
            <a:r>
              <a:rPr b="0" lang="ru-RU" sz="1500" strike="noStrike" u="none">
                <a:solidFill>
                  <a:schemeClr val="dk1"/>
                </a:solidFill>
                <a:effectLst/>
                <a:uFillTx/>
                <a:latin typeface="Calibri"/>
              </a:rPr>
              <a:t>Третий уровень</a:t>
            </a:r>
            <a:endParaRPr b="0" lang="en-US" sz="1500" strike="noStrike" u="none">
              <a:solidFill>
                <a:srgbClr val="000000"/>
              </a:solidFill>
              <a:effectLst/>
              <a:uFillTx/>
              <a:latin typeface="Arial"/>
            </a:endParaRPr>
          </a:p>
          <a:p>
            <a:pPr lvl="3" marL="1200240" indent="-171360" defTabSz="685800">
              <a:lnSpc>
                <a:spcPct val="90000"/>
              </a:lnSpc>
              <a:spcBef>
                <a:spcPts val="374"/>
              </a:spcBef>
              <a:buClr>
                <a:srgbClr val="000000"/>
              </a:buClr>
              <a:buFont typeface="Arial"/>
              <a:buChar char="•"/>
            </a:pPr>
            <a:r>
              <a:rPr b="0" lang="ru-RU" sz="1350" strike="noStrike" u="none">
                <a:solidFill>
                  <a:schemeClr val="dk1"/>
                </a:solidFill>
                <a:effectLst/>
                <a:uFillTx/>
                <a:latin typeface="Calibri"/>
              </a:rPr>
              <a:t>Четвертый уровень</a:t>
            </a:r>
            <a:endParaRPr b="0" lang="en-US" sz="1350" strike="noStrike" u="none">
              <a:solidFill>
                <a:srgbClr val="000000"/>
              </a:solidFill>
              <a:effectLst/>
              <a:uFillTx/>
              <a:latin typeface="Arial"/>
            </a:endParaRPr>
          </a:p>
          <a:p>
            <a:pPr lvl="4" marL="1542960" indent="-171360" defTabSz="685800">
              <a:lnSpc>
                <a:spcPct val="90000"/>
              </a:lnSpc>
              <a:spcBef>
                <a:spcPts val="374"/>
              </a:spcBef>
              <a:buClr>
                <a:srgbClr val="000000"/>
              </a:buClr>
              <a:buFont typeface="Arial"/>
              <a:buChar char="•"/>
            </a:pPr>
            <a:r>
              <a:rPr b="0" lang="ru-RU" sz="1350" strike="noStrike" u="none">
                <a:solidFill>
                  <a:schemeClr val="dk1"/>
                </a:solidFill>
                <a:effectLst/>
                <a:uFillTx/>
                <a:latin typeface="Calibri"/>
              </a:rPr>
              <a:t>Пятый уровень</a:t>
            </a:r>
            <a:endParaRPr b="0" lang="en-US" sz="1350" strike="noStrike" u="none">
              <a:solidFill>
                <a:srgbClr val="000000"/>
              </a:solidFill>
              <a:effectLst/>
              <a:uFillTx/>
              <a:latin typeface="Arial"/>
            </a:endParaRPr>
          </a:p>
        </p:txBody>
      </p:sp>
      <p:sp>
        <p:nvSpPr>
          <p:cNvPr id="18" name="PlaceHolder 4"/>
          <p:cNvSpPr>
            <a:spLocks noGrp="1"/>
          </p:cNvSpPr>
          <p:nvPr>
            <p:ph type="dt" idx="10"/>
          </p:nvPr>
        </p:nvSpPr>
        <p:spPr>
          <a:xfrm>
            <a:off x="628560" y="6356520"/>
            <a:ext cx="2055960" cy="363600"/>
          </a:xfrm>
          <a:prstGeom prst="rect">
            <a:avLst/>
          </a:prstGeom>
          <a:noFill/>
          <a:ln w="0">
            <a:noFill/>
          </a:ln>
        </p:spPr>
        <p:txBody>
          <a:bodyPr lIns="91440" rIns="91440" tIns="45720" bIns="45720" anchor="ctr">
            <a:noAutofit/>
          </a:bodyPr>
          <a:lstStyle>
            <a:lvl1pPr indent="0">
              <a:lnSpc>
                <a:spcPct val="100000"/>
              </a:lnSpc>
              <a:buNone/>
              <a:tabLst>
                <a:tab algn="l" pos="0"/>
              </a:tabLst>
              <a:defRPr b="0" lang="en-US" sz="1400" strike="noStrike" u="none">
                <a:solidFill>
                  <a:srgbClr val="000000"/>
                </a:solidFill>
                <a:effectLst/>
                <a:uFillTx/>
                <a:latin typeface="Times New Roman"/>
              </a:defRPr>
            </a:lvl1pPr>
          </a:lstStyle>
          <a:p>
            <a:pPr indent="0">
              <a:lnSpc>
                <a:spcPct val="100000"/>
              </a:lnSpc>
              <a:buNone/>
              <a:tabLst>
                <a:tab algn="l" pos="0"/>
              </a:tabLst>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
        <p:nvSpPr>
          <p:cNvPr id="19" name="PlaceHolder 5"/>
          <p:cNvSpPr>
            <a:spLocks noGrp="1"/>
          </p:cNvSpPr>
          <p:nvPr>
            <p:ph type="ftr" idx="11"/>
          </p:nvPr>
        </p:nvSpPr>
        <p:spPr>
          <a:xfrm>
            <a:off x="3029040" y="6356520"/>
            <a:ext cx="308484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20" name="PlaceHolder 6"/>
          <p:cNvSpPr>
            <a:spLocks noGrp="1"/>
          </p:cNvSpPr>
          <p:nvPr>
            <p:ph type="sldNum" idx="12"/>
          </p:nvPr>
        </p:nvSpPr>
        <p:spPr>
          <a:xfrm>
            <a:off x="6458040" y="6356520"/>
            <a:ext cx="2055960" cy="3636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ru-RU" sz="9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3725287D-2F6B-490A-B44F-D75ADD478520}" type="slidenum">
              <a:rPr b="0" lang="ru-RU" sz="900" strike="noStrike" u="none">
                <a:solidFill>
                  <a:schemeClr val="dk1">
                    <a:tint val="75000"/>
                  </a:schemeClr>
                </a:solidFill>
                <a:effectLst/>
                <a:uFillTx/>
                <a:latin typeface="Calibri"/>
              </a:rPr>
              <a:t>&lt;number&gt;</a:t>
            </a:fld>
            <a:endParaRPr b="0" lang="en-US" sz="900" strike="noStrike" u="non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Сравнение">
    <p:bg>
      <p:bgPr>
        <a:solidFill>
          <a:srgbClr val="ffffff"/>
        </a:solidFill>
      </p:bgPr>
    </p:bg>
    <p:spTree>
      <p:nvGrpSpPr>
        <p:cNvPr id="1" name=""/>
        <p:cNvGrpSpPr/>
        <p:nvPr/>
      </p:nvGrpSpPr>
      <p:grpSpPr>
        <a:xfrm>
          <a:off x="0" y="0"/>
          <a:ext cx="0" cy="0"/>
          <a:chOff x="0" y="0"/>
          <a:chExt cx="0" cy="0"/>
        </a:xfrm>
      </p:grpSpPr>
      <p:sp>
        <p:nvSpPr>
          <p:cNvPr id="21" name="PlaceHolder 1"/>
          <p:cNvSpPr>
            <a:spLocks noGrp="1"/>
          </p:cNvSpPr>
          <p:nvPr>
            <p:ph type="title"/>
          </p:nvPr>
        </p:nvSpPr>
        <p:spPr>
          <a:xfrm>
            <a:off x="630000" y="365040"/>
            <a:ext cx="7885440" cy="1324080"/>
          </a:xfrm>
          <a:prstGeom prst="rect">
            <a:avLst/>
          </a:prstGeom>
          <a:noFill/>
          <a:ln w="0">
            <a:noFill/>
          </a:ln>
        </p:spPr>
        <p:txBody>
          <a:bodyPr lIns="91440" rIns="91440" tIns="45720" bIns="45720" anchor="ctr">
            <a:noAutofit/>
          </a:bodyPr>
          <a:p>
            <a:pPr indent="0" defTabSz="685800">
              <a:lnSpc>
                <a:spcPct val="90000"/>
              </a:lnSpc>
              <a:buNone/>
              <a:tabLst>
                <a:tab algn="l" pos="0"/>
              </a:tabLst>
            </a:pPr>
            <a:r>
              <a:rPr b="0" lang="ru-RU" sz="3300" strike="noStrike" u="none">
                <a:solidFill>
                  <a:schemeClr val="dk1"/>
                </a:solidFill>
                <a:effectLst/>
                <a:uFillTx/>
                <a:latin typeface="Calibri Light"/>
              </a:rPr>
              <a:t>Образец заголовка</a:t>
            </a:r>
            <a:endParaRPr b="0" lang="en-US" sz="3300" strike="noStrike" u="none">
              <a:solidFill>
                <a:srgbClr val="000000"/>
              </a:solidFill>
              <a:effectLst/>
              <a:uFillTx/>
              <a:latin typeface="Arial"/>
            </a:endParaRPr>
          </a:p>
        </p:txBody>
      </p:sp>
      <p:sp>
        <p:nvSpPr>
          <p:cNvPr id="22" name="PlaceHolder 2"/>
          <p:cNvSpPr>
            <a:spLocks noGrp="1"/>
          </p:cNvSpPr>
          <p:nvPr>
            <p:ph type="body"/>
          </p:nvPr>
        </p:nvSpPr>
        <p:spPr>
          <a:xfrm>
            <a:off x="630000" y="1681200"/>
            <a:ext cx="3866760" cy="822600"/>
          </a:xfrm>
          <a:prstGeom prst="rect">
            <a:avLst/>
          </a:prstGeom>
          <a:noFill/>
          <a:ln w="0">
            <a:noFill/>
          </a:ln>
        </p:spPr>
        <p:txBody>
          <a:bodyPr lIns="91440" rIns="91440" tIns="45720" bIns="45720" anchor="b">
            <a:noAutofit/>
          </a:bodyPr>
          <a:p>
            <a:pPr indent="0" defTabSz="685800">
              <a:lnSpc>
                <a:spcPct val="90000"/>
              </a:lnSpc>
              <a:spcBef>
                <a:spcPts val="751"/>
              </a:spcBef>
              <a:buNone/>
              <a:tabLst>
                <a:tab algn="l" pos="0"/>
              </a:tabLst>
            </a:pPr>
            <a:r>
              <a:rPr b="1" lang="ru-RU" sz="1800" strike="noStrike" u="none">
                <a:solidFill>
                  <a:schemeClr val="dk1"/>
                </a:solidFill>
                <a:effectLst/>
                <a:uFillTx/>
                <a:latin typeface="Calibri"/>
              </a:rPr>
              <a:t>Образец текста</a:t>
            </a:r>
            <a:endParaRPr b="0" lang="en-US" sz="1800" strike="noStrike" u="none">
              <a:solidFill>
                <a:srgbClr val="000000"/>
              </a:solidFill>
              <a:effectLst/>
              <a:uFillTx/>
              <a:latin typeface="Arial"/>
            </a:endParaRPr>
          </a:p>
        </p:txBody>
      </p:sp>
      <p:sp>
        <p:nvSpPr>
          <p:cNvPr id="23" name="PlaceHolder 3"/>
          <p:cNvSpPr>
            <a:spLocks noGrp="1"/>
          </p:cNvSpPr>
          <p:nvPr>
            <p:ph type="body"/>
          </p:nvPr>
        </p:nvSpPr>
        <p:spPr>
          <a:xfrm>
            <a:off x="630000" y="2505240"/>
            <a:ext cx="3866760" cy="3683160"/>
          </a:xfrm>
          <a:prstGeom prst="rect">
            <a:avLst/>
          </a:prstGeom>
          <a:noFill/>
          <a:ln w="0">
            <a:noFill/>
          </a:ln>
        </p:spPr>
        <p:txBody>
          <a:bodyPr lIns="91440" rIns="91440" tIns="45720" bIns="45720" anchor="t">
            <a:noAutofit/>
          </a:bodyPr>
          <a:p>
            <a:pPr marL="171360" indent="-171360" defTabSz="685800">
              <a:lnSpc>
                <a:spcPct val="90000"/>
              </a:lnSpc>
              <a:spcBef>
                <a:spcPts val="751"/>
              </a:spcBef>
              <a:buClr>
                <a:srgbClr val="000000"/>
              </a:buClr>
              <a:buFont typeface="Arial"/>
              <a:buChar char="•"/>
            </a:pPr>
            <a:r>
              <a:rPr b="0" lang="ru-RU" sz="2100" strike="noStrike" u="none">
                <a:solidFill>
                  <a:schemeClr val="dk1"/>
                </a:solidFill>
                <a:effectLst/>
                <a:uFillTx/>
                <a:latin typeface="Calibri"/>
              </a:rPr>
              <a:t>Образец текста</a:t>
            </a:r>
            <a:endParaRPr b="0" lang="en-US" sz="2100" strike="noStrike" u="none">
              <a:solidFill>
                <a:srgbClr val="000000"/>
              </a:solidFill>
              <a:effectLst/>
              <a:uFillTx/>
              <a:latin typeface="Arial"/>
            </a:endParaRPr>
          </a:p>
          <a:p>
            <a:pPr lvl="1" marL="514440" indent="-171360" defTabSz="685800">
              <a:lnSpc>
                <a:spcPct val="90000"/>
              </a:lnSpc>
              <a:spcBef>
                <a:spcPts val="374"/>
              </a:spcBef>
              <a:buClr>
                <a:srgbClr val="000000"/>
              </a:buClr>
              <a:buFont typeface="Arial"/>
              <a:buChar char="•"/>
            </a:pPr>
            <a:r>
              <a:rPr b="0" lang="ru-RU" sz="1800" strike="noStrike" u="none">
                <a:solidFill>
                  <a:schemeClr val="dk1"/>
                </a:solidFill>
                <a:effectLst/>
                <a:uFillTx/>
                <a:latin typeface="Calibri"/>
              </a:rPr>
              <a:t>Второй уровень</a:t>
            </a:r>
            <a:endParaRPr b="0" lang="en-US" sz="1800" strike="noStrike" u="none">
              <a:solidFill>
                <a:srgbClr val="000000"/>
              </a:solidFill>
              <a:effectLst/>
              <a:uFillTx/>
              <a:latin typeface="Arial"/>
            </a:endParaRPr>
          </a:p>
          <a:p>
            <a:pPr lvl="2" marL="857160" indent="-171360" defTabSz="685800">
              <a:lnSpc>
                <a:spcPct val="90000"/>
              </a:lnSpc>
              <a:spcBef>
                <a:spcPts val="374"/>
              </a:spcBef>
              <a:buClr>
                <a:srgbClr val="000000"/>
              </a:buClr>
              <a:buFont typeface="Arial"/>
              <a:buChar char="•"/>
            </a:pPr>
            <a:r>
              <a:rPr b="0" lang="ru-RU" sz="1500" strike="noStrike" u="none">
                <a:solidFill>
                  <a:schemeClr val="dk1"/>
                </a:solidFill>
                <a:effectLst/>
                <a:uFillTx/>
                <a:latin typeface="Calibri"/>
              </a:rPr>
              <a:t>Третий уровень</a:t>
            </a:r>
            <a:endParaRPr b="0" lang="en-US" sz="1500" strike="noStrike" u="none">
              <a:solidFill>
                <a:srgbClr val="000000"/>
              </a:solidFill>
              <a:effectLst/>
              <a:uFillTx/>
              <a:latin typeface="Arial"/>
            </a:endParaRPr>
          </a:p>
          <a:p>
            <a:pPr lvl="3" marL="1200240" indent="-171360" defTabSz="685800">
              <a:lnSpc>
                <a:spcPct val="90000"/>
              </a:lnSpc>
              <a:spcBef>
                <a:spcPts val="374"/>
              </a:spcBef>
              <a:buClr>
                <a:srgbClr val="000000"/>
              </a:buClr>
              <a:buFont typeface="Arial"/>
              <a:buChar char="•"/>
            </a:pPr>
            <a:r>
              <a:rPr b="0" lang="ru-RU" sz="1350" strike="noStrike" u="none">
                <a:solidFill>
                  <a:schemeClr val="dk1"/>
                </a:solidFill>
                <a:effectLst/>
                <a:uFillTx/>
                <a:latin typeface="Calibri"/>
              </a:rPr>
              <a:t>Четвертый уровень</a:t>
            </a:r>
            <a:endParaRPr b="0" lang="en-US" sz="1350" strike="noStrike" u="none">
              <a:solidFill>
                <a:srgbClr val="000000"/>
              </a:solidFill>
              <a:effectLst/>
              <a:uFillTx/>
              <a:latin typeface="Arial"/>
            </a:endParaRPr>
          </a:p>
          <a:p>
            <a:pPr lvl="4" marL="1542960" indent="-171360" defTabSz="685800">
              <a:lnSpc>
                <a:spcPct val="90000"/>
              </a:lnSpc>
              <a:spcBef>
                <a:spcPts val="374"/>
              </a:spcBef>
              <a:buClr>
                <a:srgbClr val="000000"/>
              </a:buClr>
              <a:buFont typeface="Arial"/>
              <a:buChar char="•"/>
            </a:pPr>
            <a:r>
              <a:rPr b="0" lang="ru-RU" sz="1350" strike="noStrike" u="none">
                <a:solidFill>
                  <a:schemeClr val="dk1"/>
                </a:solidFill>
                <a:effectLst/>
                <a:uFillTx/>
                <a:latin typeface="Calibri"/>
              </a:rPr>
              <a:t>Пятый уровень</a:t>
            </a:r>
            <a:endParaRPr b="0" lang="en-US" sz="1350" strike="noStrike" u="none">
              <a:solidFill>
                <a:srgbClr val="000000"/>
              </a:solidFill>
              <a:effectLst/>
              <a:uFillTx/>
              <a:latin typeface="Arial"/>
            </a:endParaRPr>
          </a:p>
        </p:txBody>
      </p:sp>
      <p:sp>
        <p:nvSpPr>
          <p:cNvPr id="24" name="PlaceHolder 4"/>
          <p:cNvSpPr>
            <a:spLocks noGrp="1"/>
          </p:cNvSpPr>
          <p:nvPr>
            <p:ph type="body"/>
          </p:nvPr>
        </p:nvSpPr>
        <p:spPr>
          <a:xfrm>
            <a:off x="4629240" y="1681200"/>
            <a:ext cx="3885840" cy="822600"/>
          </a:xfrm>
          <a:prstGeom prst="rect">
            <a:avLst/>
          </a:prstGeom>
          <a:noFill/>
          <a:ln w="0">
            <a:noFill/>
          </a:ln>
        </p:spPr>
        <p:txBody>
          <a:bodyPr lIns="91440" rIns="91440" tIns="45720" bIns="45720" anchor="b">
            <a:noAutofit/>
          </a:bodyPr>
          <a:p>
            <a:pPr indent="0" defTabSz="685800">
              <a:lnSpc>
                <a:spcPct val="90000"/>
              </a:lnSpc>
              <a:spcBef>
                <a:spcPts val="751"/>
              </a:spcBef>
              <a:buNone/>
              <a:tabLst>
                <a:tab algn="l" pos="0"/>
              </a:tabLst>
            </a:pPr>
            <a:r>
              <a:rPr b="1" lang="ru-RU" sz="1800" strike="noStrike" u="none">
                <a:solidFill>
                  <a:schemeClr val="dk1"/>
                </a:solidFill>
                <a:effectLst/>
                <a:uFillTx/>
                <a:latin typeface="Calibri"/>
              </a:rPr>
              <a:t>Образец текста</a:t>
            </a:r>
            <a:endParaRPr b="0" lang="en-US" sz="1800" strike="noStrike" u="none">
              <a:solidFill>
                <a:srgbClr val="000000"/>
              </a:solidFill>
              <a:effectLst/>
              <a:uFillTx/>
              <a:latin typeface="Arial"/>
            </a:endParaRPr>
          </a:p>
        </p:txBody>
      </p:sp>
      <p:sp>
        <p:nvSpPr>
          <p:cNvPr id="25" name="PlaceHolder 5"/>
          <p:cNvSpPr>
            <a:spLocks noGrp="1"/>
          </p:cNvSpPr>
          <p:nvPr>
            <p:ph type="body"/>
          </p:nvPr>
        </p:nvSpPr>
        <p:spPr>
          <a:xfrm>
            <a:off x="4629240" y="2505240"/>
            <a:ext cx="3885840" cy="3683160"/>
          </a:xfrm>
          <a:prstGeom prst="rect">
            <a:avLst/>
          </a:prstGeom>
          <a:noFill/>
          <a:ln w="0">
            <a:noFill/>
          </a:ln>
        </p:spPr>
        <p:txBody>
          <a:bodyPr lIns="91440" rIns="91440" tIns="45720" bIns="45720" anchor="t">
            <a:noAutofit/>
          </a:bodyPr>
          <a:p>
            <a:pPr marL="171360" indent="-171360" defTabSz="685800">
              <a:lnSpc>
                <a:spcPct val="90000"/>
              </a:lnSpc>
              <a:spcBef>
                <a:spcPts val="751"/>
              </a:spcBef>
              <a:buClr>
                <a:srgbClr val="000000"/>
              </a:buClr>
              <a:buFont typeface="Arial"/>
              <a:buChar char="•"/>
            </a:pPr>
            <a:r>
              <a:rPr b="0" lang="ru-RU" sz="2100" strike="noStrike" u="none">
                <a:solidFill>
                  <a:schemeClr val="dk1"/>
                </a:solidFill>
                <a:effectLst/>
                <a:uFillTx/>
                <a:latin typeface="Calibri"/>
              </a:rPr>
              <a:t>Образец текста</a:t>
            </a:r>
            <a:endParaRPr b="0" lang="en-US" sz="2100" strike="noStrike" u="none">
              <a:solidFill>
                <a:srgbClr val="000000"/>
              </a:solidFill>
              <a:effectLst/>
              <a:uFillTx/>
              <a:latin typeface="Arial"/>
            </a:endParaRPr>
          </a:p>
          <a:p>
            <a:pPr lvl="1" marL="514440" indent="-171360" defTabSz="685800">
              <a:lnSpc>
                <a:spcPct val="90000"/>
              </a:lnSpc>
              <a:spcBef>
                <a:spcPts val="374"/>
              </a:spcBef>
              <a:buClr>
                <a:srgbClr val="000000"/>
              </a:buClr>
              <a:buFont typeface="Arial"/>
              <a:buChar char="•"/>
            </a:pPr>
            <a:r>
              <a:rPr b="0" lang="ru-RU" sz="1800" strike="noStrike" u="none">
                <a:solidFill>
                  <a:schemeClr val="dk1"/>
                </a:solidFill>
                <a:effectLst/>
                <a:uFillTx/>
                <a:latin typeface="Calibri"/>
              </a:rPr>
              <a:t>Второй уровень</a:t>
            </a:r>
            <a:endParaRPr b="0" lang="en-US" sz="1800" strike="noStrike" u="none">
              <a:solidFill>
                <a:srgbClr val="000000"/>
              </a:solidFill>
              <a:effectLst/>
              <a:uFillTx/>
              <a:latin typeface="Arial"/>
            </a:endParaRPr>
          </a:p>
          <a:p>
            <a:pPr lvl="2" marL="857160" indent="-171360" defTabSz="685800">
              <a:lnSpc>
                <a:spcPct val="90000"/>
              </a:lnSpc>
              <a:spcBef>
                <a:spcPts val="374"/>
              </a:spcBef>
              <a:buClr>
                <a:srgbClr val="000000"/>
              </a:buClr>
              <a:buFont typeface="Arial"/>
              <a:buChar char="•"/>
            </a:pPr>
            <a:r>
              <a:rPr b="0" lang="ru-RU" sz="1500" strike="noStrike" u="none">
                <a:solidFill>
                  <a:schemeClr val="dk1"/>
                </a:solidFill>
                <a:effectLst/>
                <a:uFillTx/>
                <a:latin typeface="Calibri"/>
              </a:rPr>
              <a:t>Третий уровень</a:t>
            </a:r>
            <a:endParaRPr b="0" lang="en-US" sz="1500" strike="noStrike" u="none">
              <a:solidFill>
                <a:srgbClr val="000000"/>
              </a:solidFill>
              <a:effectLst/>
              <a:uFillTx/>
              <a:latin typeface="Arial"/>
            </a:endParaRPr>
          </a:p>
          <a:p>
            <a:pPr lvl="3" marL="1200240" indent="-171360" defTabSz="685800">
              <a:lnSpc>
                <a:spcPct val="90000"/>
              </a:lnSpc>
              <a:spcBef>
                <a:spcPts val="374"/>
              </a:spcBef>
              <a:buClr>
                <a:srgbClr val="000000"/>
              </a:buClr>
              <a:buFont typeface="Arial"/>
              <a:buChar char="•"/>
            </a:pPr>
            <a:r>
              <a:rPr b="0" lang="ru-RU" sz="1350" strike="noStrike" u="none">
                <a:solidFill>
                  <a:schemeClr val="dk1"/>
                </a:solidFill>
                <a:effectLst/>
                <a:uFillTx/>
                <a:latin typeface="Calibri"/>
              </a:rPr>
              <a:t>Четвертый уровень</a:t>
            </a:r>
            <a:endParaRPr b="0" lang="en-US" sz="1350" strike="noStrike" u="none">
              <a:solidFill>
                <a:srgbClr val="000000"/>
              </a:solidFill>
              <a:effectLst/>
              <a:uFillTx/>
              <a:latin typeface="Arial"/>
            </a:endParaRPr>
          </a:p>
          <a:p>
            <a:pPr lvl="4" marL="1542960" indent="-171360" defTabSz="685800">
              <a:lnSpc>
                <a:spcPct val="90000"/>
              </a:lnSpc>
              <a:spcBef>
                <a:spcPts val="374"/>
              </a:spcBef>
              <a:buClr>
                <a:srgbClr val="000000"/>
              </a:buClr>
              <a:buFont typeface="Arial"/>
              <a:buChar char="•"/>
            </a:pPr>
            <a:r>
              <a:rPr b="0" lang="ru-RU" sz="1350" strike="noStrike" u="none">
                <a:solidFill>
                  <a:schemeClr val="dk1"/>
                </a:solidFill>
                <a:effectLst/>
                <a:uFillTx/>
                <a:latin typeface="Calibri"/>
              </a:rPr>
              <a:t>Пятый уровень</a:t>
            </a:r>
            <a:endParaRPr b="0" lang="en-US" sz="1350" strike="noStrike" u="none">
              <a:solidFill>
                <a:srgbClr val="000000"/>
              </a:solidFill>
              <a:effectLst/>
              <a:uFillTx/>
              <a:latin typeface="Arial"/>
            </a:endParaRPr>
          </a:p>
        </p:txBody>
      </p:sp>
      <p:sp>
        <p:nvSpPr>
          <p:cNvPr id="26" name="PlaceHolder 6"/>
          <p:cNvSpPr>
            <a:spLocks noGrp="1"/>
          </p:cNvSpPr>
          <p:nvPr>
            <p:ph type="dt" idx="13"/>
          </p:nvPr>
        </p:nvSpPr>
        <p:spPr>
          <a:xfrm>
            <a:off x="628560" y="6356520"/>
            <a:ext cx="2055960" cy="363600"/>
          </a:xfrm>
          <a:prstGeom prst="rect">
            <a:avLst/>
          </a:prstGeom>
          <a:noFill/>
          <a:ln w="0">
            <a:noFill/>
          </a:ln>
        </p:spPr>
        <p:txBody>
          <a:bodyPr lIns="91440" rIns="91440" tIns="45720" bIns="45720" anchor="ctr">
            <a:noAutofit/>
          </a:bodyPr>
          <a:lstStyle>
            <a:lvl1pPr indent="0">
              <a:lnSpc>
                <a:spcPct val="100000"/>
              </a:lnSpc>
              <a:buNone/>
              <a:tabLst>
                <a:tab algn="l" pos="0"/>
              </a:tabLst>
              <a:defRPr b="0" lang="en-US" sz="1400" strike="noStrike" u="none">
                <a:solidFill>
                  <a:srgbClr val="000000"/>
                </a:solidFill>
                <a:effectLst/>
                <a:uFillTx/>
                <a:latin typeface="Times New Roman"/>
              </a:defRPr>
            </a:lvl1pPr>
          </a:lstStyle>
          <a:p>
            <a:pPr indent="0">
              <a:lnSpc>
                <a:spcPct val="100000"/>
              </a:lnSpc>
              <a:buNone/>
              <a:tabLst>
                <a:tab algn="l" pos="0"/>
              </a:tabLst>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
        <p:nvSpPr>
          <p:cNvPr id="27" name="PlaceHolder 7"/>
          <p:cNvSpPr>
            <a:spLocks noGrp="1"/>
          </p:cNvSpPr>
          <p:nvPr>
            <p:ph type="ftr" idx="14"/>
          </p:nvPr>
        </p:nvSpPr>
        <p:spPr>
          <a:xfrm>
            <a:off x="3029040" y="6356520"/>
            <a:ext cx="308484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28" name="PlaceHolder 8"/>
          <p:cNvSpPr>
            <a:spLocks noGrp="1"/>
          </p:cNvSpPr>
          <p:nvPr>
            <p:ph type="sldNum" idx="15"/>
          </p:nvPr>
        </p:nvSpPr>
        <p:spPr>
          <a:xfrm>
            <a:off x="6458040" y="6356520"/>
            <a:ext cx="2055960" cy="3636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ru-RU" sz="9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0B82F6C6-EA15-4001-A511-8E20CBF30BD2}" type="slidenum">
              <a:rPr b="0" lang="ru-RU" sz="900" strike="noStrike" u="none">
                <a:solidFill>
                  <a:schemeClr val="dk1">
                    <a:tint val="75000"/>
                  </a:schemeClr>
                </a:solidFill>
                <a:effectLst/>
                <a:uFillTx/>
                <a:latin typeface="Calibri"/>
              </a:rPr>
              <a:t>&lt;number&gt;</a:t>
            </a:fld>
            <a:endParaRPr b="0" lang="en-US" sz="900" strike="noStrike" u="non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Только заголовок">
    <p:bg>
      <p:bgPr>
        <a:solidFill>
          <a:srgbClr val="ffffff"/>
        </a:solidFill>
      </p:bgPr>
    </p:bg>
    <p:spTree>
      <p:nvGrpSpPr>
        <p:cNvPr id="1" name=""/>
        <p:cNvGrpSpPr/>
        <p:nvPr/>
      </p:nvGrpSpPr>
      <p:grpSpPr>
        <a:xfrm>
          <a:off x="0" y="0"/>
          <a:ext cx="0" cy="0"/>
          <a:chOff x="0" y="0"/>
          <a:chExt cx="0" cy="0"/>
        </a:xfrm>
      </p:grpSpPr>
      <p:sp>
        <p:nvSpPr>
          <p:cNvPr id="29" name="PlaceHolder 1"/>
          <p:cNvSpPr>
            <a:spLocks noGrp="1"/>
          </p:cNvSpPr>
          <p:nvPr>
            <p:ph type="title"/>
          </p:nvPr>
        </p:nvSpPr>
        <p:spPr>
          <a:xfrm>
            <a:off x="628560" y="365040"/>
            <a:ext cx="7885440" cy="1324080"/>
          </a:xfrm>
          <a:prstGeom prst="rect">
            <a:avLst/>
          </a:prstGeom>
          <a:noFill/>
          <a:ln w="0">
            <a:noFill/>
          </a:ln>
        </p:spPr>
        <p:txBody>
          <a:bodyPr lIns="91440" rIns="91440" tIns="45720" bIns="45720" anchor="ctr">
            <a:noAutofit/>
          </a:bodyPr>
          <a:p>
            <a:pPr indent="0" defTabSz="685800">
              <a:lnSpc>
                <a:spcPct val="90000"/>
              </a:lnSpc>
              <a:buNone/>
              <a:tabLst>
                <a:tab algn="l" pos="0"/>
              </a:tabLst>
            </a:pPr>
            <a:r>
              <a:rPr b="0" lang="ru-RU" sz="3300" strike="noStrike" u="none">
                <a:solidFill>
                  <a:schemeClr val="dk1"/>
                </a:solidFill>
                <a:effectLst/>
                <a:uFillTx/>
                <a:latin typeface="Calibri Light"/>
              </a:rPr>
              <a:t>Образец заголовка</a:t>
            </a:r>
            <a:endParaRPr b="0" lang="en-US" sz="3300" strike="noStrike" u="none">
              <a:solidFill>
                <a:srgbClr val="000000"/>
              </a:solidFill>
              <a:effectLst/>
              <a:uFillTx/>
              <a:latin typeface="Arial"/>
            </a:endParaRPr>
          </a:p>
        </p:txBody>
      </p:sp>
      <p:sp>
        <p:nvSpPr>
          <p:cNvPr id="30" name="PlaceHolder 2"/>
          <p:cNvSpPr>
            <a:spLocks noGrp="1"/>
          </p:cNvSpPr>
          <p:nvPr>
            <p:ph type="dt" idx="16"/>
          </p:nvPr>
        </p:nvSpPr>
        <p:spPr>
          <a:xfrm>
            <a:off x="628560" y="6356520"/>
            <a:ext cx="2055960" cy="363600"/>
          </a:xfrm>
          <a:prstGeom prst="rect">
            <a:avLst/>
          </a:prstGeom>
          <a:noFill/>
          <a:ln w="0">
            <a:noFill/>
          </a:ln>
        </p:spPr>
        <p:txBody>
          <a:bodyPr lIns="91440" rIns="91440" tIns="45720" bIns="45720" anchor="ctr">
            <a:noAutofit/>
          </a:bodyPr>
          <a:lstStyle>
            <a:lvl1pPr indent="0">
              <a:lnSpc>
                <a:spcPct val="100000"/>
              </a:lnSpc>
              <a:buNone/>
              <a:tabLst>
                <a:tab algn="l" pos="0"/>
              </a:tabLst>
              <a:defRPr b="0" lang="en-US" sz="1400" strike="noStrike" u="none">
                <a:solidFill>
                  <a:srgbClr val="000000"/>
                </a:solidFill>
                <a:effectLst/>
                <a:uFillTx/>
                <a:latin typeface="Times New Roman"/>
              </a:defRPr>
            </a:lvl1pPr>
          </a:lstStyle>
          <a:p>
            <a:pPr indent="0">
              <a:lnSpc>
                <a:spcPct val="100000"/>
              </a:lnSpc>
              <a:buNone/>
              <a:tabLst>
                <a:tab algn="l" pos="0"/>
              </a:tabLst>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
        <p:nvSpPr>
          <p:cNvPr id="31" name="PlaceHolder 3"/>
          <p:cNvSpPr>
            <a:spLocks noGrp="1"/>
          </p:cNvSpPr>
          <p:nvPr>
            <p:ph type="ftr" idx="17"/>
          </p:nvPr>
        </p:nvSpPr>
        <p:spPr>
          <a:xfrm>
            <a:off x="3029040" y="6356520"/>
            <a:ext cx="308484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32" name="PlaceHolder 4"/>
          <p:cNvSpPr>
            <a:spLocks noGrp="1"/>
          </p:cNvSpPr>
          <p:nvPr>
            <p:ph type="sldNum" idx="18"/>
          </p:nvPr>
        </p:nvSpPr>
        <p:spPr>
          <a:xfrm>
            <a:off x="6458040" y="6356520"/>
            <a:ext cx="2055960" cy="3636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ru-RU" sz="9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E113DFA4-8725-419F-980F-817FE42A0F36}" type="slidenum">
              <a:rPr b="0" lang="ru-RU" sz="900" strike="noStrike" u="none">
                <a:solidFill>
                  <a:schemeClr val="dk1">
                    <a:tint val="75000"/>
                  </a:schemeClr>
                </a:solidFill>
                <a:effectLst/>
                <a:uFillTx/>
                <a:latin typeface="Calibri"/>
              </a:rPr>
              <a:t>&lt;number&gt;</a:t>
            </a:fld>
            <a:endParaRPr b="0" lang="en-US" sz="900" strike="noStrike" u="non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Пустой слайд">
    <p:bg>
      <p:bgPr>
        <a:solidFill>
          <a:srgbClr val="ffffff"/>
        </a:solidFill>
      </p:bgPr>
    </p:bg>
    <p:spTree>
      <p:nvGrpSpPr>
        <p:cNvPr id="1" name=""/>
        <p:cNvGrpSpPr/>
        <p:nvPr/>
      </p:nvGrpSpPr>
      <p:grpSpPr>
        <a:xfrm>
          <a:off x="0" y="0"/>
          <a:ext cx="0" cy="0"/>
          <a:chOff x="0" y="0"/>
          <a:chExt cx="0" cy="0"/>
        </a:xfrm>
      </p:grpSpPr>
      <p:sp>
        <p:nvSpPr>
          <p:cNvPr id="33" name="PlaceHolder 1"/>
          <p:cNvSpPr>
            <a:spLocks noGrp="1"/>
          </p:cNvSpPr>
          <p:nvPr>
            <p:ph type="dt" idx="19"/>
          </p:nvPr>
        </p:nvSpPr>
        <p:spPr>
          <a:xfrm>
            <a:off x="628560" y="6356520"/>
            <a:ext cx="2055960" cy="363600"/>
          </a:xfrm>
          <a:prstGeom prst="rect">
            <a:avLst/>
          </a:prstGeom>
          <a:noFill/>
          <a:ln w="0">
            <a:noFill/>
          </a:ln>
        </p:spPr>
        <p:txBody>
          <a:bodyPr lIns="91440" rIns="91440" tIns="45720" bIns="45720" anchor="ctr">
            <a:noAutofit/>
          </a:bodyPr>
          <a:lstStyle>
            <a:lvl1pPr indent="0">
              <a:lnSpc>
                <a:spcPct val="100000"/>
              </a:lnSpc>
              <a:buNone/>
              <a:tabLst>
                <a:tab algn="l" pos="0"/>
              </a:tabLst>
              <a:defRPr b="0" lang="en-US" sz="1400" strike="noStrike" u="none">
                <a:solidFill>
                  <a:srgbClr val="000000"/>
                </a:solidFill>
                <a:effectLst/>
                <a:uFillTx/>
                <a:latin typeface="Times New Roman"/>
              </a:defRPr>
            </a:lvl1pPr>
          </a:lstStyle>
          <a:p>
            <a:pPr indent="0">
              <a:lnSpc>
                <a:spcPct val="100000"/>
              </a:lnSpc>
              <a:buNone/>
              <a:tabLst>
                <a:tab algn="l" pos="0"/>
              </a:tabLst>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
        <p:nvSpPr>
          <p:cNvPr id="34" name="PlaceHolder 2"/>
          <p:cNvSpPr>
            <a:spLocks noGrp="1"/>
          </p:cNvSpPr>
          <p:nvPr>
            <p:ph type="ftr" idx="20"/>
          </p:nvPr>
        </p:nvSpPr>
        <p:spPr>
          <a:xfrm>
            <a:off x="3029040" y="6356520"/>
            <a:ext cx="308484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35" name="PlaceHolder 3"/>
          <p:cNvSpPr>
            <a:spLocks noGrp="1"/>
          </p:cNvSpPr>
          <p:nvPr>
            <p:ph type="sldNum" idx="21"/>
          </p:nvPr>
        </p:nvSpPr>
        <p:spPr>
          <a:xfrm>
            <a:off x="6458040" y="6356520"/>
            <a:ext cx="2055960" cy="3636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ru-RU" sz="9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D11C0941-6F16-4088-884C-6BF0B8B62674}" type="slidenum">
              <a:rPr b="0" lang="ru-RU" sz="900" strike="noStrike" u="none">
                <a:solidFill>
                  <a:schemeClr val="dk1">
                    <a:tint val="75000"/>
                  </a:schemeClr>
                </a:solidFill>
                <a:effectLst/>
                <a:uFillTx/>
                <a:latin typeface="Calibri"/>
              </a:rPr>
              <a:t>&lt;number&gt;</a:t>
            </a:fld>
            <a:endParaRPr b="0" lang="en-US" sz="900" strike="noStrike" u="non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Объект с подписью">
    <p:bg>
      <p:bgPr>
        <a:solidFill>
          <a:srgbClr val="ffffff"/>
        </a:solidFill>
      </p:bgPr>
    </p:bg>
    <p:spTree>
      <p:nvGrpSpPr>
        <p:cNvPr id="1" name=""/>
        <p:cNvGrpSpPr/>
        <p:nvPr/>
      </p:nvGrpSpPr>
      <p:grpSpPr>
        <a:xfrm>
          <a:off x="0" y="0"/>
          <a:ext cx="0" cy="0"/>
          <a:chOff x="0" y="0"/>
          <a:chExt cx="0" cy="0"/>
        </a:xfrm>
      </p:grpSpPr>
      <p:sp>
        <p:nvSpPr>
          <p:cNvPr id="36" name="PlaceHolder 1"/>
          <p:cNvSpPr>
            <a:spLocks noGrp="1"/>
          </p:cNvSpPr>
          <p:nvPr>
            <p:ph type="title"/>
          </p:nvPr>
        </p:nvSpPr>
        <p:spPr>
          <a:xfrm>
            <a:off x="630000" y="457200"/>
            <a:ext cx="2947680" cy="1598760"/>
          </a:xfrm>
          <a:prstGeom prst="rect">
            <a:avLst/>
          </a:prstGeom>
          <a:noFill/>
          <a:ln w="0">
            <a:noFill/>
          </a:ln>
        </p:spPr>
        <p:txBody>
          <a:bodyPr lIns="91440" rIns="91440" tIns="45720" bIns="45720" anchor="b">
            <a:noAutofit/>
          </a:bodyPr>
          <a:p>
            <a:pPr indent="0" defTabSz="685800">
              <a:lnSpc>
                <a:spcPct val="90000"/>
              </a:lnSpc>
              <a:buNone/>
              <a:tabLst>
                <a:tab algn="l" pos="0"/>
              </a:tabLst>
            </a:pPr>
            <a:r>
              <a:rPr b="0" lang="ru-RU" sz="2400" strike="noStrike" u="none">
                <a:solidFill>
                  <a:schemeClr val="dk1"/>
                </a:solidFill>
                <a:effectLst/>
                <a:uFillTx/>
                <a:latin typeface="Calibri Light"/>
              </a:rPr>
              <a:t>Образец заголовка</a:t>
            </a:r>
            <a:endParaRPr b="0" lang="en-US" sz="2400" strike="noStrike" u="none">
              <a:solidFill>
                <a:srgbClr val="000000"/>
              </a:solidFill>
              <a:effectLst/>
              <a:uFillTx/>
              <a:latin typeface="Arial"/>
            </a:endParaRPr>
          </a:p>
        </p:txBody>
      </p:sp>
      <p:sp>
        <p:nvSpPr>
          <p:cNvPr id="37" name="PlaceHolder 2"/>
          <p:cNvSpPr>
            <a:spLocks noGrp="1"/>
          </p:cNvSpPr>
          <p:nvPr>
            <p:ph type="body"/>
          </p:nvPr>
        </p:nvSpPr>
        <p:spPr>
          <a:xfrm>
            <a:off x="3887280" y="987480"/>
            <a:ext cx="4627800" cy="4872240"/>
          </a:xfrm>
          <a:prstGeom prst="rect">
            <a:avLst/>
          </a:prstGeom>
          <a:noFill/>
          <a:ln w="0">
            <a:noFill/>
          </a:ln>
        </p:spPr>
        <p:txBody>
          <a:bodyPr lIns="91440" rIns="91440" tIns="45720" bIns="45720" anchor="t">
            <a:noAutofit/>
          </a:bodyPr>
          <a:p>
            <a:pPr marL="171360" indent="-171360" defTabSz="685800">
              <a:lnSpc>
                <a:spcPct val="90000"/>
              </a:lnSpc>
              <a:spcBef>
                <a:spcPts val="751"/>
              </a:spcBef>
              <a:buClr>
                <a:srgbClr val="000000"/>
              </a:buClr>
              <a:buFont typeface="Arial"/>
              <a:buChar char="•"/>
            </a:pPr>
            <a:r>
              <a:rPr b="0" lang="ru-RU" sz="2400" strike="noStrike" u="none">
                <a:solidFill>
                  <a:schemeClr val="dk1"/>
                </a:solidFill>
                <a:effectLst/>
                <a:uFillTx/>
                <a:latin typeface="Calibri"/>
              </a:rPr>
              <a:t>Образец текста</a:t>
            </a:r>
            <a:endParaRPr b="0" lang="en-US" sz="2400" strike="noStrike" u="none">
              <a:solidFill>
                <a:srgbClr val="000000"/>
              </a:solidFill>
              <a:effectLst/>
              <a:uFillTx/>
              <a:latin typeface="Arial"/>
            </a:endParaRPr>
          </a:p>
          <a:p>
            <a:pPr lvl="1" marL="514440" indent="-171360" defTabSz="685800">
              <a:lnSpc>
                <a:spcPct val="90000"/>
              </a:lnSpc>
              <a:spcBef>
                <a:spcPts val="374"/>
              </a:spcBef>
              <a:buClr>
                <a:srgbClr val="000000"/>
              </a:buClr>
              <a:buFont typeface="Arial"/>
              <a:buChar char="•"/>
            </a:pPr>
            <a:r>
              <a:rPr b="0" lang="ru-RU" sz="2100" strike="noStrike" u="none">
                <a:solidFill>
                  <a:schemeClr val="dk1"/>
                </a:solidFill>
                <a:effectLst/>
                <a:uFillTx/>
                <a:latin typeface="Calibri"/>
              </a:rPr>
              <a:t>Второй уровень</a:t>
            </a:r>
            <a:endParaRPr b="0" lang="en-US" sz="2100" strike="noStrike" u="none">
              <a:solidFill>
                <a:srgbClr val="000000"/>
              </a:solidFill>
              <a:effectLst/>
              <a:uFillTx/>
              <a:latin typeface="Arial"/>
            </a:endParaRPr>
          </a:p>
          <a:p>
            <a:pPr lvl="2" marL="857160" indent="-171360" defTabSz="685800">
              <a:lnSpc>
                <a:spcPct val="90000"/>
              </a:lnSpc>
              <a:spcBef>
                <a:spcPts val="374"/>
              </a:spcBef>
              <a:buClr>
                <a:srgbClr val="000000"/>
              </a:buClr>
              <a:buFont typeface="Arial"/>
              <a:buChar char="•"/>
            </a:pPr>
            <a:r>
              <a:rPr b="0" lang="ru-RU" sz="1800" strike="noStrike" u="none">
                <a:solidFill>
                  <a:schemeClr val="dk1"/>
                </a:solidFill>
                <a:effectLst/>
                <a:uFillTx/>
                <a:latin typeface="Calibri"/>
              </a:rPr>
              <a:t>Третий уровень</a:t>
            </a:r>
            <a:endParaRPr b="0" lang="en-US" sz="1800" strike="noStrike" u="none">
              <a:solidFill>
                <a:srgbClr val="000000"/>
              </a:solidFill>
              <a:effectLst/>
              <a:uFillTx/>
              <a:latin typeface="Arial"/>
            </a:endParaRPr>
          </a:p>
          <a:p>
            <a:pPr lvl="3" marL="1200240" indent="-171360" defTabSz="685800">
              <a:lnSpc>
                <a:spcPct val="90000"/>
              </a:lnSpc>
              <a:spcBef>
                <a:spcPts val="374"/>
              </a:spcBef>
              <a:buClr>
                <a:srgbClr val="000000"/>
              </a:buClr>
              <a:buFont typeface="Arial"/>
              <a:buChar char="•"/>
            </a:pPr>
            <a:r>
              <a:rPr b="0" lang="ru-RU" sz="1500" strike="noStrike" u="none">
                <a:solidFill>
                  <a:schemeClr val="dk1"/>
                </a:solidFill>
                <a:effectLst/>
                <a:uFillTx/>
                <a:latin typeface="Calibri"/>
              </a:rPr>
              <a:t>Четвертый уровень</a:t>
            </a:r>
            <a:endParaRPr b="0" lang="en-US" sz="1500" strike="noStrike" u="none">
              <a:solidFill>
                <a:srgbClr val="000000"/>
              </a:solidFill>
              <a:effectLst/>
              <a:uFillTx/>
              <a:latin typeface="Arial"/>
            </a:endParaRPr>
          </a:p>
          <a:p>
            <a:pPr lvl="4" marL="1542960" indent="-171360" defTabSz="685800">
              <a:lnSpc>
                <a:spcPct val="90000"/>
              </a:lnSpc>
              <a:spcBef>
                <a:spcPts val="374"/>
              </a:spcBef>
              <a:buClr>
                <a:srgbClr val="000000"/>
              </a:buClr>
              <a:buFont typeface="Arial"/>
              <a:buChar char="•"/>
            </a:pPr>
            <a:r>
              <a:rPr b="0" lang="ru-RU" sz="1500" strike="noStrike" u="none">
                <a:solidFill>
                  <a:schemeClr val="dk1"/>
                </a:solidFill>
                <a:effectLst/>
                <a:uFillTx/>
                <a:latin typeface="Calibri"/>
              </a:rPr>
              <a:t>Пятый уровень</a:t>
            </a:r>
            <a:endParaRPr b="0" lang="en-US" sz="1500" strike="noStrike" u="none">
              <a:solidFill>
                <a:srgbClr val="000000"/>
              </a:solidFill>
              <a:effectLst/>
              <a:uFillTx/>
              <a:latin typeface="Arial"/>
            </a:endParaRPr>
          </a:p>
        </p:txBody>
      </p:sp>
      <p:sp>
        <p:nvSpPr>
          <p:cNvPr id="38" name="PlaceHolder 3"/>
          <p:cNvSpPr>
            <a:spLocks noGrp="1"/>
          </p:cNvSpPr>
          <p:nvPr>
            <p:ph type="body"/>
          </p:nvPr>
        </p:nvSpPr>
        <p:spPr>
          <a:xfrm>
            <a:off x="630000" y="2057400"/>
            <a:ext cx="2947680" cy="3810240"/>
          </a:xfrm>
          <a:prstGeom prst="rect">
            <a:avLst/>
          </a:prstGeom>
          <a:noFill/>
          <a:ln w="0">
            <a:noFill/>
          </a:ln>
        </p:spPr>
        <p:txBody>
          <a:bodyPr lIns="91440" rIns="91440" tIns="45720" bIns="45720" anchor="t">
            <a:noAutofit/>
          </a:bodyPr>
          <a:p>
            <a:pPr indent="0" defTabSz="685800">
              <a:lnSpc>
                <a:spcPct val="90000"/>
              </a:lnSpc>
              <a:spcBef>
                <a:spcPts val="751"/>
              </a:spcBef>
              <a:buNone/>
              <a:tabLst>
                <a:tab algn="l" pos="0"/>
              </a:tabLst>
            </a:pPr>
            <a:r>
              <a:rPr b="0" lang="ru-RU" sz="1200" strike="noStrike" u="none">
                <a:solidFill>
                  <a:schemeClr val="dk1"/>
                </a:solidFill>
                <a:effectLst/>
                <a:uFillTx/>
                <a:latin typeface="Calibri"/>
              </a:rPr>
              <a:t>Образец текста</a:t>
            </a:r>
            <a:endParaRPr b="0" lang="en-US" sz="1200" strike="noStrike" u="none">
              <a:solidFill>
                <a:srgbClr val="000000"/>
              </a:solidFill>
              <a:effectLst/>
              <a:uFillTx/>
              <a:latin typeface="Arial"/>
            </a:endParaRPr>
          </a:p>
        </p:txBody>
      </p:sp>
      <p:sp>
        <p:nvSpPr>
          <p:cNvPr id="39" name="PlaceHolder 4"/>
          <p:cNvSpPr>
            <a:spLocks noGrp="1"/>
          </p:cNvSpPr>
          <p:nvPr>
            <p:ph type="dt" idx="22"/>
          </p:nvPr>
        </p:nvSpPr>
        <p:spPr>
          <a:xfrm>
            <a:off x="628560" y="6356520"/>
            <a:ext cx="2055960" cy="363600"/>
          </a:xfrm>
          <a:prstGeom prst="rect">
            <a:avLst/>
          </a:prstGeom>
          <a:noFill/>
          <a:ln w="0">
            <a:noFill/>
          </a:ln>
        </p:spPr>
        <p:txBody>
          <a:bodyPr lIns="91440" rIns="91440" tIns="45720" bIns="45720" anchor="ctr">
            <a:noAutofit/>
          </a:bodyPr>
          <a:lstStyle>
            <a:lvl1pPr indent="0">
              <a:lnSpc>
                <a:spcPct val="100000"/>
              </a:lnSpc>
              <a:buNone/>
              <a:tabLst>
                <a:tab algn="l" pos="0"/>
              </a:tabLst>
              <a:defRPr b="0" lang="en-US" sz="1400" strike="noStrike" u="none">
                <a:solidFill>
                  <a:srgbClr val="000000"/>
                </a:solidFill>
                <a:effectLst/>
                <a:uFillTx/>
                <a:latin typeface="Times New Roman"/>
              </a:defRPr>
            </a:lvl1pPr>
          </a:lstStyle>
          <a:p>
            <a:pPr indent="0">
              <a:lnSpc>
                <a:spcPct val="100000"/>
              </a:lnSpc>
              <a:buNone/>
              <a:tabLst>
                <a:tab algn="l" pos="0"/>
              </a:tabLst>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
        <p:nvSpPr>
          <p:cNvPr id="40" name="PlaceHolder 5"/>
          <p:cNvSpPr>
            <a:spLocks noGrp="1"/>
          </p:cNvSpPr>
          <p:nvPr>
            <p:ph type="ftr" idx="23"/>
          </p:nvPr>
        </p:nvSpPr>
        <p:spPr>
          <a:xfrm>
            <a:off x="3029040" y="6356520"/>
            <a:ext cx="308484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41" name="PlaceHolder 6"/>
          <p:cNvSpPr>
            <a:spLocks noGrp="1"/>
          </p:cNvSpPr>
          <p:nvPr>
            <p:ph type="sldNum" idx="24"/>
          </p:nvPr>
        </p:nvSpPr>
        <p:spPr>
          <a:xfrm>
            <a:off x="6458040" y="6356520"/>
            <a:ext cx="2055960" cy="3636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ru-RU" sz="9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519FD457-3947-4F9E-BF60-27CFE7102B4D}" type="slidenum">
              <a:rPr b="0" lang="ru-RU" sz="900" strike="noStrike" u="none">
                <a:solidFill>
                  <a:schemeClr val="dk1">
                    <a:tint val="75000"/>
                  </a:schemeClr>
                </a:solidFill>
                <a:effectLst/>
                <a:uFillTx/>
                <a:latin typeface="Calibri"/>
              </a:rPr>
              <a:t>&lt;number&gt;</a:t>
            </a:fld>
            <a:endParaRPr b="0" lang="en-US" sz="900" strike="noStrike" u="non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Рисунок с подписью">
    <p:bg>
      <p:bgPr>
        <a:solidFill>
          <a:srgbClr val="ffffff"/>
        </a:solidFill>
      </p:bgPr>
    </p:bg>
    <p:spTree>
      <p:nvGrpSpPr>
        <p:cNvPr id="1" name=""/>
        <p:cNvGrpSpPr/>
        <p:nvPr/>
      </p:nvGrpSpPr>
      <p:grpSpPr>
        <a:xfrm>
          <a:off x="0" y="0"/>
          <a:ext cx="0" cy="0"/>
          <a:chOff x="0" y="0"/>
          <a:chExt cx="0" cy="0"/>
        </a:xfrm>
      </p:grpSpPr>
      <p:sp>
        <p:nvSpPr>
          <p:cNvPr id="42" name="PlaceHolder 1"/>
          <p:cNvSpPr>
            <a:spLocks noGrp="1"/>
          </p:cNvSpPr>
          <p:nvPr>
            <p:ph type="title"/>
          </p:nvPr>
        </p:nvSpPr>
        <p:spPr>
          <a:xfrm>
            <a:off x="630000" y="457200"/>
            <a:ext cx="2947680" cy="1598760"/>
          </a:xfrm>
          <a:prstGeom prst="rect">
            <a:avLst/>
          </a:prstGeom>
          <a:noFill/>
          <a:ln w="0">
            <a:noFill/>
          </a:ln>
        </p:spPr>
        <p:txBody>
          <a:bodyPr lIns="91440" rIns="91440" tIns="45720" bIns="45720" anchor="b">
            <a:noAutofit/>
          </a:bodyPr>
          <a:p>
            <a:pPr indent="0" defTabSz="685800">
              <a:lnSpc>
                <a:spcPct val="90000"/>
              </a:lnSpc>
              <a:buNone/>
              <a:tabLst>
                <a:tab algn="l" pos="0"/>
              </a:tabLst>
            </a:pPr>
            <a:r>
              <a:rPr b="0" lang="ru-RU" sz="2400" strike="noStrike" u="none">
                <a:solidFill>
                  <a:schemeClr val="dk1"/>
                </a:solidFill>
                <a:effectLst/>
                <a:uFillTx/>
                <a:latin typeface="Calibri Light"/>
              </a:rPr>
              <a:t>Образец заголовка</a:t>
            </a:r>
            <a:endParaRPr b="0" lang="en-US" sz="2400" strike="noStrike" u="none">
              <a:solidFill>
                <a:srgbClr val="000000"/>
              </a:solidFill>
              <a:effectLst/>
              <a:uFillTx/>
              <a:latin typeface="Arial"/>
            </a:endParaRPr>
          </a:p>
        </p:txBody>
      </p:sp>
      <p:sp>
        <p:nvSpPr>
          <p:cNvPr id="43" name="PlaceHolder 2"/>
          <p:cNvSpPr>
            <a:spLocks noGrp="1"/>
          </p:cNvSpPr>
          <p:nvPr>
            <p:ph type="body"/>
          </p:nvPr>
        </p:nvSpPr>
        <p:spPr>
          <a:xfrm>
            <a:off x="3887280" y="987480"/>
            <a:ext cx="4627800" cy="4872240"/>
          </a:xfrm>
          <a:prstGeom prst="rect">
            <a:avLst/>
          </a:prstGeom>
          <a:noFill/>
          <a:ln w="0">
            <a:noFill/>
          </a:ln>
        </p:spPr>
        <p:txBody>
          <a:bodyPr lIns="90000" rIns="90000" tIns="45000" bIns="45000" anchor="t">
            <a:noAutofit/>
          </a:bodyPr>
          <a:p>
            <a:pPr marL="432000" indent="-324000">
              <a:lnSpc>
                <a:spcPct val="90000"/>
              </a:lnSpc>
              <a:spcBef>
                <a:spcPts val="1417"/>
              </a:spcBef>
              <a:buClr>
                <a:srgbClr val="000000"/>
              </a:buClr>
              <a:buSzPct val="45000"/>
              <a:buFont typeface="Wingdings" charset="2"/>
              <a:buChar char=""/>
            </a:pPr>
            <a:r>
              <a:rPr b="0" lang="en-US" sz="2400" strike="noStrike" u="none">
                <a:solidFill>
                  <a:schemeClr val="dk1"/>
                </a:solidFill>
                <a:effectLst/>
                <a:uFillTx/>
                <a:latin typeface="Calibri"/>
              </a:rPr>
              <a:t>Click to edit the outline text format</a:t>
            </a:r>
            <a:endParaRPr b="0" lang="en-US" sz="2400" strike="noStrike" u="none">
              <a:solidFill>
                <a:srgbClr val="000000"/>
              </a:solidFill>
              <a:effectLst/>
              <a:uFillTx/>
              <a:latin typeface="Arial"/>
            </a:endParaRPr>
          </a:p>
          <a:p>
            <a:pPr lvl="1" marL="864000" indent="-324000">
              <a:lnSpc>
                <a:spcPct val="90000"/>
              </a:lnSpc>
              <a:spcBef>
                <a:spcPts val="1134"/>
              </a:spcBef>
              <a:buClr>
                <a:srgbClr val="000000"/>
              </a:buClr>
              <a:buSzPct val="75000"/>
              <a:buFont typeface="Symbol" charset="2"/>
              <a:buChar char=""/>
            </a:pPr>
            <a:r>
              <a:rPr b="0" lang="en-US" sz="2400" strike="noStrike" u="none">
                <a:solidFill>
                  <a:schemeClr val="dk1"/>
                </a:solidFill>
                <a:effectLst/>
                <a:uFillTx/>
                <a:latin typeface="Calibri"/>
              </a:rPr>
              <a:t>Second Outline Level</a:t>
            </a:r>
            <a:endParaRPr b="0" lang="en-US" sz="2400" strike="noStrike" u="none">
              <a:solidFill>
                <a:srgbClr val="000000"/>
              </a:solidFill>
              <a:effectLst/>
              <a:uFillTx/>
              <a:latin typeface="Arial"/>
            </a:endParaRPr>
          </a:p>
          <a:p>
            <a:pPr lvl="2" marL="1296000" indent="-288000">
              <a:lnSpc>
                <a:spcPct val="90000"/>
              </a:lnSpc>
              <a:spcBef>
                <a:spcPts val="850"/>
              </a:spcBef>
              <a:buClr>
                <a:srgbClr val="000000"/>
              </a:buClr>
              <a:buSzPct val="45000"/>
              <a:buFont typeface="Wingdings" charset="2"/>
              <a:buChar char=""/>
            </a:pPr>
            <a:r>
              <a:rPr b="0" lang="en-US" sz="2400" strike="noStrike" u="none">
                <a:solidFill>
                  <a:schemeClr val="dk1"/>
                </a:solidFill>
                <a:effectLst/>
                <a:uFillTx/>
                <a:latin typeface="Calibri"/>
              </a:rPr>
              <a:t>Third Outline Level</a:t>
            </a:r>
            <a:endParaRPr b="0" lang="en-US" sz="2400" strike="noStrike" u="none">
              <a:solidFill>
                <a:srgbClr val="000000"/>
              </a:solidFill>
              <a:effectLst/>
              <a:uFillTx/>
              <a:latin typeface="Arial"/>
            </a:endParaRPr>
          </a:p>
          <a:p>
            <a:pPr lvl="3" marL="1728000" indent="-216000">
              <a:lnSpc>
                <a:spcPct val="90000"/>
              </a:lnSpc>
              <a:spcBef>
                <a:spcPts val="567"/>
              </a:spcBef>
              <a:buClr>
                <a:srgbClr val="000000"/>
              </a:buClr>
              <a:buSzPct val="75000"/>
              <a:buFont typeface="Symbol" charset="2"/>
              <a:buChar char=""/>
            </a:pPr>
            <a:r>
              <a:rPr b="0" lang="en-US" sz="2400" strike="noStrike" u="none">
                <a:solidFill>
                  <a:schemeClr val="dk1"/>
                </a:solidFill>
                <a:effectLst/>
                <a:uFillTx/>
                <a:latin typeface="Calibri"/>
              </a:rPr>
              <a:t>Fourth Outline Level</a:t>
            </a:r>
            <a:endParaRPr b="0" lang="en-US" sz="2400" strike="noStrike" u="none">
              <a:solidFill>
                <a:srgbClr val="000000"/>
              </a:solidFill>
              <a:effectLst/>
              <a:uFillTx/>
              <a:latin typeface="Arial"/>
            </a:endParaRPr>
          </a:p>
          <a:p>
            <a:pPr lvl="4" marL="2160000" indent="-216000">
              <a:lnSpc>
                <a:spcPct val="90000"/>
              </a:lnSpc>
              <a:spcBef>
                <a:spcPts val="283"/>
              </a:spcBef>
              <a:buClr>
                <a:srgbClr val="000000"/>
              </a:buClr>
              <a:buSzPct val="45000"/>
              <a:buFont typeface="Wingdings" charset="2"/>
              <a:buChar char=""/>
            </a:pPr>
            <a:r>
              <a:rPr b="0" lang="en-US" sz="2400" strike="noStrike" u="none">
                <a:solidFill>
                  <a:schemeClr val="dk1"/>
                </a:solidFill>
                <a:effectLst/>
                <a:uFillTx/>
                <a:latin typeface="Calibri"/>
              </a:rPr>
              <a:t>Fifth Outline Level</a:t>
            </a:r>
            <a:endParaRPr b="0" lang="en-US" sz="2400" strike="noStrike" u="none">
              <a:solidFill>
                <a:srgbClr val="000000"/>
              </a:solidFill>
              <a:effectLst/>
              <a:uFillTx/>
              <a:latin typeface="Arial"/>
            </a:endParaRPr>
          </a:p>
          <a:p>
            <a:pPr lvl="5" marL="2592000" indent="-216000">
              <a:lnSpc>
                <a:spcPct val="90000"/>
              </a:lnSpc>
              <a:spcBef>
                <a:spcPts val="283"/>
              </a:spcBef>
              <a:buClr>
                <a:srgbClr val="000000"/>
              </a:buClr>
              <a:buSzPct val="45000"/>
              <a:buFont typeface="Wingdings" charset="2"/>
              <a:buChar char=""/>
            </a:pPr>
            <a:r>
              <a:rPr b="0" lang="en-US" sz="2400" strike="noStrike" u="none">
                <a:solidFill>
                  <a:schemeClr val="dk1"/>
                </a:solidFill>
                <a:effectLst/>
                <a:uFillTx/>
                <a:latin typeface="Calibri"/>
              </a:rPr>
              <a:t>Sixth Outline Level</a:t>
            </a:r>
            <a:endParaRPr b="0" lang="en-US" sz="2400" strike="noStrike" u="none">
              <a:solidFill>
                <a:srgbClr val="000000"/>
              </a:solidFill>
              <a:effectLst/>
              <a:uFillTx/>
              <a:latin typeface="Arial"/>
            </a:endParaRPr>
          </a:p>
          <a:p>
            <a:pPr lvl="6" marL="3024000" indent="-216000">
              <a:lnSpc>
                <a:spcPct val="90000"/>
              </a:lnSpc>
              <a:spcBef>
                <a:spcPts val="283"/>
              </a:spcBef>
              <a:buClr>
                <a:srgbClr val="000000"/>
              </a:buClr>
              <a:buSzPct val="45000"/>
              <a:buFont typeface="Wingdings" charset="2"/>
              <a:buChar char=""/>
            </a:pPr>
            <a:r>
              <a:rPr b="0" lang="en-US" sz="2400" strike="noStrike" u="none">
                <a:solidFill>
                  <a:schemeClr val="dk1"/>
                </a:solidFill>
                <a:effectLst/>
                <a:uFillTx/>
                <a:latin typeface="Calibri"/>
              </a:rPr>
              <a:t>Seventh Outline Level</a:t>
            </a:r>
            <a:endParaRPr b="0" lang="en-US" sz="2400" strike="noStrike" u="none">
              <a:solidFill>
                <a:srgbClr val="000000"/>
              </a:solidFill>
              <a:effectLst/>
              <a:uFillTx/>
              <a:latin typeface="Arial"/>
            </a:endParaRPr>
          </a:p>
        </p:txBody>
      </p:sp>
      <p:sp>
        <p:nvSpPr>
          <p:cNvPr id="44" name="PlaceHolder 3"/>
          <p:cNvSpPr>
            <a:spLocks noGrp="1"/>
          </p:cNvSpPr>
          <p:nvPr>
            <p:ph type="body"/>
          </p:nvPr>
        </p:nvSpPr>
        <p:spPr>
          <a:xfrm>
            <a:off x="630000" y="2057400"/>
            <a:ext cx="2947680" cy="3810240"/>
          </a:xfrm>
          <a:prstGeom prst="rect">
            <a:avLst/>
          </a:prstGeom>
          <a:noFill/>
          <a:ln w="0">
            <a:noFill/>
          </a:ln>
        </p:spPr>
        <p:txBody>
          <a:bodyPr lIns="91440" rIns="91440" tIns="45720" bIns="45720" anchor="t">
            <a:noAutofit/>
          </a:bodyPr>
          <a:p>
            <a:pPr indent="0" defTabSz="685800">
              <a:lnSpc>
                <a:spcPct val="90000"/>
              </a:lnSpc>
              <a:spcBef>
                <a:spcPts val="751"/>
              </a:spcBef>
              <a:buNone/>
              <a:tabLst>
                <a:tab algn="l" pos="0"/>
              </a:tabLst>
            </a:pPr>
            <a:r>
              <a:rPr b="0" lang="ru-RU" sz="1200" strike="noStrike" u="none">
                <a:solidFill>
                  <a:schemeClr val="dk1"/>
                </a:solidFill>
                <a:effectLst/>
                <a:uFillTx/>
                <a:latin typeface="Calibri"/>
              </a:rPr>
              <a:t>Образец текста</a:t>
            </a:r>
            <a:endParaRPr b="0" lang="en-US" sz="1200" strike="noStrike" u="none">
              <a:solidFill>
                <a:srgbClr val="000000"/>
              </a:solidFill>
              <a:effectLst/>
              <a:uFillTx/>
              <a:latin typeface="Arial"/>
            </a:endParaRPr>
          </a:p>
        </p:txBody>
      </p:sp>
      <p:sp>
        <p:nvSpPr>
          <p:cNvPr id="45" name="PlaceHolder 4"/>
          <p:cNvSpPr>
            <a:spLocks noGrp="1"/>
          </p:cNvSpPr>
          <p:nvPr>
            <p:ph type="dt" idx="25"/>
          </p:nvPr>
        </p:nvSpPr>
        <p:spPr>
          <a:xfrm>
            <a:off x="628560" y="6356520"/>
            <a:ext cx="2055960" cy="363600"/>
          </a:xfrm>
          <a:prstGeom prst="rect">
            <a:avLst/>
          </a:prstGeom>
          <a:noFill/>
          <a:ln w="0">
            <a:noFill/>
          </a:ln>
        </p:spPr>
        <p:txBody>
          <a:bodyPr lIns="91440" rIns="91440" tIns="45720" bIns="45720" anchor="ctr">
            <a:noAutofit/>
          </a:bodyPr>
          <a:lstStyle>
            <a:lvl1pPr indent="0">
              <a:lnSpc>
                <a:spcPct val="100000"/>
              </a:lnSpc>
              <a:buNone/>
              <a:tabLst>
                <a:tab algn="l" pos="0"/>
              </a:tabLst>
              <a:defRPr b="0" lang="en-US" sz="1400" strike="noStrike" u="none">
                <a:solidFill>
                  <a:srgbClr val="000000"/>
                </a:solidFill>
                <a:effectLst/>
                <a:uFillTx/>
                <a:latin typeface="Times New Roman"/>
              </a:defRPr>
            </a:lvl1pPr>
          </a:lstStyle>
          <a:p>
            <a:pPr indent="0">
              <a:lnSpc>
                <a:spcPct val="100000"/>
              </a:lnSpc>
              <a:buNone/>
              <a:tabLst>
                <a:tab algn="l" pos="0"/>
              </a:tabLst>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
        <p:nvSpPr>
          <p:cNvPr id="46" name="PlaceHolder 5"/>
          <p:cNvSpPr>
            <a:spLocks noGrp="1"/>
          </p:cNvSpPr>
          <p:nvPr>
            <p:ph type="ftr" idx="26"/>
          </p:nvPr>
        </p:nvSpPr>
        <p:spPr>
          <a:xfrm>
            <a:off x="3029040" y="6356520"/>
            <a:ext cx="308484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47" name="PlaceHolder 6"/>
          <p:cNvSpPr>
            <a:spLocks noGrp="1"/>
          </p:cNvSpPr>
          <p:nvPr>
            <p:ph type="sldNum" idx="27"/>
          </p:nvPr>
        </p:nvSpPr>
        <p:spPr>
          <a:xfrm>
            <a:off x="6458040" y="6356520"/>
            <a:ext cx="2055960" cy="3636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ru-RU" sz="9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8CA50E5F-CF93-4725-9F18-0657D1EFCA38}" type="slidenum">
              <a:rPr b="0" lang="ru-RU" sz="900" strike="noStrike" u="none">
                <a:solidFill>
                  <a:schemeClr val="dk1">
                    <a:tint val="75000"/>
                  </a:schemeClr>
                </a:solidFill>
                <a:effectLst/>
                <a:uFillTx/>
                <a:latin typeface="Calibri"/>
              </a:rPr>
              <a:t>&lt;number&gt;</a:t>
            </a:fld>
            <a:endParaRPr b="0" lang="en-US" sz="900" strike="noStrike" u="none">
              <a:solidFill>
                <a:srgbClr val="000000"/>
              </a:solidFill>
              <a:effectLst/>
              <a:uFillTx/>
              <a:latin typeface="Times New Roman"/>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Титульный слайд">
    <p:bg>
      <p:bgPr>
        <a:solidFill>
          <a:srgbClr val="ffffff"/>
        </a:solidFill>
      </p:bgPr>
    </p:bg>
    <p:spTree>
      <p:nvGrpSpPr>
        <p:cNvPr id="1" name=""/>
        <p:cNvGrpSpPr/>
        <p:nvPr/>
      </p:nvGrpSpPr>
      <p:grpSpPr>
        <a:xfrm>
          <a:off x="0" y="0"/>
          <a:ext cx="0" cy="0"/>
          <a:chOff x="0" y="0"/>
          <a:chExt cx="0" cy="0"/>
        </a:xfrm>
      </p:grpSpPr>
      <p:sp>
        <p:nvSpPr>
          <p:cNvPr id="48" name="PlaceHolder 1"/>
          <p:cNvSpPr>
            <a:spLocks noGrp="1"/>
          </p:cNvSpPr>
          <p:nvPr>
            <p:ph type="title"/>
          </p:nvPr>
        </p:nvSpPr>
        <p:spPr>
          <a:xfrm>
            <a:off x="1143000" y="1122480"/>
            <a:ext cx="6856560" cy="2386080"/>
          </a:xfrm>
          <a:prstGeom prst="rect">
            <a:avLst/>
          </a:prstGeom>
          <a:noFill/>
          <a:ln w="0">
            <a:noFill/>
          </a:ln>
        </p:spPr>
        <p:txBody>
          <a:bodyPr lIns="91440" rIns="91440" tIns="45720" bIns="45720" anchor="b">
            <a:noAutofit/>
          </a:bodyPr>
          <a:p>
            <a:pPr indent="0" algn="ctr" defTabSz="685800">
              <a:lnSpc>
                <a:spcPct val="90000"/>
              </a:lnSpc>
              <a:buNone/>
              <a:tabLst>
                <a:tab algn="l" pos="0"/>
              </a:tabLst>
            </a:pPr>
            <a:r>
              <a:rPr b="0" lang="ru-RU" sz="4500" strike="noStrike" u="none">
                <a:solidFill>
                  <a:schemeClr val="dk1"/>
                </a:solidFill>
                <a:effectLst/>
                <a:uFillTx/>
                <a:latin typeface="Calibri Light"/>
              </a:rPr>
              <a:t>Образец </a:t>
            </a:r>
            <a:r>
              <a:rPr b="0" lang="ru-RU" sz="4500" strike="noStrike" u="none">
                <a:solidFill>
                  <a:schemeClr val="dk1"/>
                </a:solidFill>
                <a:effectLst/>
                <a:uFillTx/>
                <a:latin typeface="Calibri Light"/>
              </a:rPr>
              <a:t>заголовка</a:t>
            </a:r>
            <a:endParaRPr b="0" lang="en-US" sz="4500" strike="noStrike" u="none">
              <a:solidFill>
                <a:srgbClr val="000000"/>
              </a:solidFill>
              <a:effectLst/>
              <a:uFillTx/>
              <a:latin typeface="Arial"/>
            </a:endParaRPr>
          </a:p>
        </p:txBody>
      </p:sp>
      <p:sp>
        <p:nvSpPr>
          <p:cNvPr id="49" name="PlaceHolder 2"/>
          <p:cNvSpPr>
            <a:spLocks noGrp="1"/>
          </p:cNvSpPr>
          <p:nvPr>
            <p:ph type="dt" idx="28"/>
          </p:nvPr>
        </p:nvSpPr>
        <p:spPr>
          <a:xfrm>
            <a:off x="628560" y="6356520"/>
            <a:ext cx="2055960" cy="363600"/>
          </a:xfrm>
          <a:prstGeom prst="rect">
            <a:avLst/>
          </a:prstGeom>
          <a:noFill/>
          <a:ln w="0">
            <a:noFill/>
          </a:ln>
        </p:spPr>
        <p:txBody>
          <a:bodyPr lIns="91440" rIns="91440" tIns="45720" bIns="45720" anchor="ctr">
            <a:noAutofit/>
          </a:bodyPr>
          <a:lstStyle>
            <a:lvl1pPr indent="0">
              <a:lnSpc>
                <a:spcPct val="100000"/>
              </a:lnSpc>
              <a:buNone/>
              <a:tabLst>
                <a:tab algn="l" pos="0"/>
              </a:tabLst>
              <a:defRPr b="0" lang="en-US" sz="1400" strike="noStrike" u="none">
                <a:solidFill>
                  <a:srgbClr val="000000"/>
                </a:solidFill>
                <a:effectLst/>
                <a:uFillTx/>
                <a:latin typeface="Times New Roman"/>
              </a:defRPr>
            </a:lvl1pPr>
          </a:lstStyle>
          <a:p>
            <a:pPr indent="0">
              <a:lnSpc>
                <a:spcPct val="100000"/>
              </a:lnSpc>
              <a:buNone/>
              <a:tabLst>
                <a:tab algn="l" pos="0"/>
              </a:tabLst>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
        <p:nvSpPr>
          <p:cNvPr id="50" name="PlaceHolder 3"/>
          <p:cNvSpPr>
            <a:spLocks noGrp="1"/>
          </p:cNvSpPr>
          <p:nvPr>
            <p:ph type="ftr" idx="29"/>
          </p:nvPr>
        </p:nvSpPr>
        <p:spPr>
          <a:xfrm>
            <a:off x="3029040" y="6356520"/>
            <a:ext cx="308484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51" name="PlaceHolder 4"/>
          <p:cNvSpPr>
            <a:spLocks noGrp="1"/>
          </p:cNvSpPr>
          <p:nvPr>
            <p:ph type="sldNum" idx="30"/>
          </p:nvPr>
        </p:nvSpPr>
        <p:spPr>
          <a:xfrm>
            <a:off x="6458040" y="6356520"/>
            <a:ext cx="2055960" cy="3636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ru-RU" sz="9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784EFB0C-0284-4FAD-8098-CC52AC9FADCA}" type="slidenum">
              <a:rPr b="0" lang="ru-RU" sz="900" strike="noStrike" u="none">
                <a:solidFill>
                  <a:schemeClr val="dk1">
                    <a:tint val="75000"/>
                  </a:schemeClr>
                </a:solidFill>
                <a:effectLst/>
                <a:uFillTx/>
                <a:latin typeface="Calibri"/>
              </a:rPr>
              <a:t>&lt;number&gt;</a:t>
            </a:fld>
            <a:endParaRPr b="0" lang="en-US" sz="900" strike="noStrike" u="none">
              <a:solidFill>
                <a:srgbClr val="000000"/>
              </a:solidFill>
              <a:effectLst/>
              <a:uFillTx/>
              <a:latin typeface="Times New Roman"/>
            </a:endParaRPr>
          </a:p>
        </p:txBody>
      </p:sp>
      <p:sp>
        <p:nvSpPr>
          <p:cNvPr id="52" name="PlaceHolder 5"/>
          <p:cNvSpPr>
            <a:spLocks noGrp="1"/>
          </p:cNvSpPr>
          <p:nvPr>
            <p:ph type="body"/>
          </p:nvPr>
        </p:nvSpPr>
        <p:spPr>
          <a:xfrm>
            <a:off x="457200" y="1604520"/>
            <a:ext cx="8228160" cy="397620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en-US" sz="2100" strike="noStrike" u="none">
                <a:solidFill>
                  <a:schemeClr val="dk1"/>
                </a:solidFill>
                <a:effectLst/>
                <a:uFillTx/>
                <a:latin typeface="Calibri"/>
              </a:rPr>
              <a:t>Click to edit the outline text format</a:t>
            </a:r>
            <a:endParaRPr b="0" lang="en-US" sz="2100" strike="noStrike" u="none">
              <a:solidFill>
                <a:srgbClr val="000000"/>
              </a:solidFill>
              <a:effectLst/>
              <a:uFillTx/>
              <a:latin typeface="Arial"/>
            </a:endParaRPr>
          </a:p>
          <a:p>
            <a:pPr lvl="1" marL="864000" indent="-324000">
              <a:lnSpc>
                <a:spcPct val="90000"/>
              </a:lnSpc>
              <a:spcBef>
                <a:spcPts val="1134"/>
              </a:spcBef>
              <a:buClr>
                <a:srgbClr val="000000"/>
              </a:buClr>
              <a:buSzPct val="75000"/>
              <a:buFont typeface="Symbol" charset="2"/>
              <a:buChar char=""/>
            </a:pPr>
            <a:r>
              <a:rPr b="0" lang="en-US" sz="1500" strike="noStrike" u="none">
                <a:solidFill>
                  <a:schemeClr val="dk1"/>
                </a:solidFill>
                <a:effectLst/>
                <a:uFillTx/>
                <a:latin typeface="Calibri"/>
              </a:rPr>
              <a:t>Second Outline Level</a:t>
            </a:r>
            <a:endParaRPr b="0" lang="en-US" sz="1500" strike="noStrike" u="none">
              <a:solidFill>
                <a:srgbClr val="000000"/>
              </a:solidFill>
              <a:effectLst/>
              <a:uFillTx/>
              <a:latin typeface="Arial"/>
            </a:endParaRPr>
          </a:p>
          <a:p>
            <a:pPr lvl="2" marL="1296000" indent="-288000">
              <a:lnSpc>
                <a:spcPct val="90000"/>
              </a:lnSpc>
              <a:spcBef>
                <a:spcPts val="850"/>
              </a:spcBef>
              <a:buClr>
                <a:srgbClr val="000000"/>
              </a:buClr>
              <a:buSzPct val="45000"/>
              <a:buFont typeface="Wingdings" charset="2"/>
              <a:buChar char=""/>
            </a:pPr>
            <a:r>
              <a:rPr b="0" lang="en-US" sz="1350" strike="noStrike" u="none">
                <a:solidFill>
                  <a:schemeClr val="dk1"/>
                </a:solidFill>
                <a:effectLst/>
                <a:uFillTx/>
                <a:latin typeface="Calibri"/>
              </a:rPr>
              <a:t>Third Outline Level</a:t>
            </a:r>
            <a:endParaRPr b="0" lang="en-US" sz="1350" strike="noStrike" u="none">
              <a:solidFill>
                <a:srgbClr val="000000"/>
              </a:solidFill>
              <a:effectLst/>
              <a:uFillTx/>
              <a:latin typeface="Arial"/>
            </a:endParaRPr>
          </a:p>
          <a:p>
            <a:pPr lvl="3" marL="1728000" indent="-216000">
              <a:lnSpc>
                <a:spcPct val="90000"/>
              </a:lnSpc>
              <a:spcBef>
                <a:spcPts val="567"/>
              </a:spcBef>
              <a:buClr>
                <a:srgbClr val="000000"/>
              </a:buClr>
              <a:buSzPct val="75000"/>
              <a:buFont typeface="Symbol" charset="2"/>
              <a:buChar char=""/>
            </a:pPr>
            <a:r>
              <a:rPr b="0" lang="en-US" sz="1350" strike="noStrike" u="none">
                <a:solidFill>
                  <a:schemeClr val="dk1"/>
                </a:solidFill>
                <a:effectLst/>
                <a:uFillTx/>
                <a:latin typeface="Calibri"/>
              </a:rPr>
              <a:t>Fourth Outline Level</a:t>
            </a:r>
            <a:endParaRPr b="0" lang="en-US" sz="1350" strike="noStrike" u="none">
              <a:solidFill>
                <a:srgbClr val="000000"/>
              </a:solidFill>
              <a:effectLst/>
              <a:uFillTx/>
              <a:latin typeface="Arial"/>
            </a:endParaRPr>
          </a:p>
          <a:p>
            <a:pPr lvl="4" marL="2160000" indent="-216000">
              <a:lnSpc>
                <a:spcPct val="9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Fifth Outline Level</a:t>
            </a:r>
            <a:endParaRPr b="0" lang="en-US" sz="2000" strike="noStrike" u="none">
              <a:solidFill>
                <a:srgbClr val="000000"/>
              </a:solidFill>
              <a:effectLst/>
              <a:uFillTx/>
              <a:latin typeface="Arial"/>
            </a:endParaRPr>
          </a:p>
          <a:p>
            <a:pPr lvl="5" marL="2592000" indent="-216000">
              <a:lnSpc>
                <a:spcPct val="9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Sixth Outline Level</a:t>
            </a:r>
            <a:endParaRPr b="0" lang="en-US" sz="2000" strike="noStrike" u="none">
              <a:solidFill>
                <a:srgbClr val="000000"/>
              </a:solidFill>
              <a:effectLst/>
              <a:uFillTx/>
              <a:latin typeface="Arial"/>
            </a:endParaRPr>
          </a:p>
          <a:p>
            <a:pPr lvl="6" marL="3024000" indent="-216000">
              <a:lnSpc>
                <a:spcPct val="9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Seventh Outline Level</a:t>
            </a:r>
            <a:endParaRPr b="0" lang="en-US" sz="2000" strike="noStrike" u="none">
              <a:solidFill>
                <a:srgbClr val="000000"/>
              </a:solidFill>
              <a:effectLst/>
              <a:uFillTx/>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Заголовок и вертикальный текст">
    <p:bg>
      <p:bgPr>
        <a:solidFill>
          <a:srgbClr val="ffffff"/>
        </a:solidFill>
      </p:bgPr>
    </p:bg>
    <p:spTree>
      <p:nvGrpSpPr>
        <p:cNvPr id="1" name=""/>
        <p:cNvGrpSpPr/>
        <p:nvPr/>
      </p:nvGrpSpPr>
      <p:grpSpPr>
        <a:xfrm>
          <a:off x="0" y="0"/>
          <a:ext cx="0" cy="0"/>
          <a:chOff x="0" y="0"/>
          <a:chExt cx="0" cy="0"/>
        </a:xfrm>
      </p:grpSpPr>
      <p:sp>
        <p:nvSpPr>
          <p:cNvPr id="53" name="PlaceHolder 1"/>
          <p:cNvSpPr>
            <a:spLocks noGrp="1"/>
          </p:cNvSpPr>
          <p:nvPr>
            <p:ph type="title"/>
          </p:nvPr>
        </p:nvSpPr>
        <p:spPr>
          <a:xfrm>
            <a:off x="628560" y="365040"/>
            <a:ext cx="7885440" cy="1324080"/>
          </a:xfrm>
          <a:prstGeom prst="rect">
            <a:avLst/>
          </a:prstGeom>
          <a:noFill/>
          <a:ln w="0">
            <a:noFill/>
          </a:ln>
        </p:spPr>
        <p:txBody>
          <a:bodyPr lIns="91440" rIns="91440" tIns="45720" bIns="45720" anchor="ctr">
            <a:noAutofit/>
          </a:bodyPr>
          <a:p>
            <a:pPr indent="0" defTabSz="685800">
              <a:lnSpc>
                <a:spcPct val="90000"/>
              </a:lnSpc>
              <a:buNone/>
              <a:tabLst>
                <a:tab algn="l" pos="0"/>
              </a:tabLst>
            </a:pPr>
            <a:r>
              <a:rPr b="0" lang="ru-RU" sz="3300" strike="noStrike" u="none">
                <a:solidFill>
                  <a:schemeClr val="dk1"/>
                </a:solidFill>
                <a:effectLst/>
                <a:uFillTx/>
                <a:latin typeface="Calibri Light"/>
              </a:rPr>
              <a:t>Образец заголовка</a:t>
            </a:r>
            <a:endParaRPr b="0" lang="en-US" sz="3300" strike="noStrike" u="none">
              <a:solidFill>
                <a:srgbClr val="000000"/>
              </a:solidFill>
              <a:effectLst/>
              <a:uFillTx/>
              <a:latin typeface="Arial"/>
            </a:endParaRPr>
          </a:p>
        </p:txBody>
      </p:sp>
      <p:sp>
        <p:nvSpPr>
          <p:cNvPr id="54" name="PlaceHolder 2"/>
          <p:cNvSpPr>
            <a:spLocks noGrp="1"/>
          </p:cNvSpPr>
          <p:nvPr>
            <p:ph type="body"/>
          </p:nvPr>
        </p:nvSpPr>
        <p:spPr>
          <a:xfrm>
            <a:off x="628560" y="1825560"/>
            <a:ext cx="7885440" cy="4349880"/>
          </a:xfrm>
          <a:prstGeom prst="rect">
            <a:avLst/>
          </a:prstGeom>
          <a:noFill/>
          <a:ln w="0">
            <a:noFill/>
          </a:ln>
        </p:spPr>
        <p:txBody>
          <a:bodyPr lIns="91440" rIns="91440" tIns="45720" bIns="45720" anchor="t" vert="eaVert">
            <a:noAutofit/>
          </a:bodyPr>
          <a:p>
            <a:pPr marL="171360" indent="-171360" defTabSz="685800">
              <a:lnSpc>
                <a:spcPct val="90000"/>
              </a:lnSpc>
              <a:spcBef>
                <a:spcPts val="751"/>
              </a:spcBef>
              <a:buClr>
                <a:srgbClr val="000000"/>
              </a:buClr>
              <a:buFont typeface="Arial"/>
              <a:buChar char="•"/>
            </a:pPr>
            <a:r>
              <a:rPr b="0" lang="ru-RU" sz="2100" strike="noStrike" u="none">
                <a:solidFill>
                  <a:schemeClr val="dk1"/>
                </a:solidFill>
                <a:effectLst/>
                <a:uFillTx/>
                <a:latin typeface="Calibri"/>
              </a:rPr>
              <a:t>Образец текста</a:t>
            </a:r>
            <a:endParaRPr b="0" lang="en-US" sz="2100" strike="noStrike" u="none">
              <a:solidFill>
                <a:srgbClr val="000000"/>
              </a:solidFill>
              <a:effectLst/>
              <a:uFillTx/>
              <a:latin typeface="Arial"/>
            </a:endParaRPr>
          </a:p>
          <a:p>
            <a:pPr lvl="1" marL="514440" indent="-171360" defTabSz="685800">
              <a:lnSpc>
                <a:spcPct val="90000"/>
              </a:lnSpc>
              <a:spcBef>
                <a:spcPts val="374"/>
              </a:spcBef>
              <a:buClr>
                <a:srgbClr val="000000"/>
              </a:buClr>
              <a:buFont typeface="Arial"/>
              <a:buChar char="•"/>
            </a:pPr>
            <a:r>
              <a:rPr b="0" lang="ru-RU" sz="1800" strike="noStrike" u="none">
                <a:solidFill>
                  <a:schemeClr val="dk1"/>
                </a:solidFill>
                <a:effectLst/>
                <a:uFillTx/>
                <a:latin typeface="Calibri"/>
              </a:rPr>
              <a:t>Второй уровень</a:t>
            </a:r>
            <a:endParaRPr b="0" lang="en-US" sz="1800" strike="noStrike" u="none">
              <a:solidFill>
                <a:srgbClr val="000000"/>
              </a:solidFill>
              <a:effectLst/>
              <a:uFillTx/>
              <a:latin typeface="Arial"/>
            </a:endParaRPr>
          </a:p>
          <a:p>
            <a:pPr lvl="2" marL="857160" indent="-171360" defTabSz="685800">
              <a:lnSpc>
                <a:spcPct val="90000"/>
              </a:lnSpc>
              <a:spcBef>
                <a:spcPts val="374"/>
              </a:spcBef>
              <a:buClr>
                <a:srgbClr val="000000"/>
              </a:buClr>
              <a:buFont typeface="Arial"/>
              <a:buChar char="•"/>
            </a:pPr>
            <a:r>
              <a:rPr b="0" lang="ru-RU" sz="1500" strike="noStrike" u="none">
                <a:solidFill>
                  <a:schemeClr val="dk1"/>
                </a:solidFill>
                <a:effectLst/>
                <a:uFillTx/>
                <a:latin typeface="Calibri"/>
              </a:rPr>
              <a:t>Третий уровень</a:t>
            </a:r>
            <a:endParaRPr b="0" lang="en-US" sz="1500" strike="noStrike" u="none">
              <a:solidFill>
                <a:srgbClr val="000000"/>
              </a:solidFill>
              <a:effectLst/>
              <a:uFillTx/>
              <a:latin typeface="Arial"/>
            </a:endParaRPr>
          </a:p>
          <a:p>
            <a:pPr lvl="3" marL="1200240" indent="-171360" defTabSz="685800">
              <a:lnSpc>
                <a:spcPct val="90000"/>
              </a:lnSpc>
              <a:spcBef>
                <a:spcPts val="374"/>
              </a:spcBef>
              <a:buClr>
                <a:srgbClr val="000000"/>
              </a:buClr>
              <a:buFont typeface="Arial"/>
              <a:buChar char="•"/>
            </a:pPr>
            <a:r>
              <a:rPr b="0" lang="ru-RU" sz="1350" strike="noStrike" u="none">
                <a:solidFill>
                  <a:schemeClr val="dk1"/>
                </a:solidFill>
                <a:effectLst/>
                <a:uFillTx/>
                <a:latin typeface="Calibri"/>
              </a:rPr>
              <a:t>Четвертый уровень</a:t>
            </a:r>
            <a:endParaRPr b="0" lang="en-US" sz="1350" strike="noStrike" u="none">
              <a:solidFill>
                <a:srgbClr val="000000"/>
              </a:solidFill>
              <a:effectLst/>
              <a:uFillTx/>
              <a:latin typeface="Arial"/>
            </a:endParaRPr>
          </a:p>
          <a:p>
            <a:pPr lvl="4" marL="1542960" indent="-171360" defTabSz="685800">
              <a:lnSpc>
                <a:spcPct val="90000"/>
              </a:lnSpc>
              <a:spcBef>
                <a:spcPts val="374"/>
              </a:spcBef>
              <a:buClr>
                <a:srgbClr val="000000"/>
              </a:buClr>
              <a:buFont typeface="Arial"/>
              <a:buChar char="•"/>
            </a:pPr>
            <a:r>
              <a:rPr b="0" lang="ru-RU" sz="1350" strike="noStrike" u="none">
                <a:solidFill>
                  <a:schemeClr val="dk1"/>
                </a:solidFill>
                <a:effectLst/>
                <a:uFillTx/>
                <a:latin typeface="Calibri"/>
              </a:rPr>
              <a:t>Пятый уровень</a:t>
            </a:r>
            <a:endParaRPr b="0" lang="en-US" sz="1350" strike="noStrike" u="none">
              <a:solidFill>
                <a:srgbClr val="000000"/>
              </a:solidFill>
              <a:effectLst/>
              <a:uFillTx/>
              <a:latin typeface="Arial"/>
            </a:endParaRPr>
          </a:p>
        </p:txBody>
      </p:sp>
      <p:sp>
        <p:nvSpPr>
          <p:cNvPr id="55" name="PlaceHolder 3"/>
          <p:cNvSpPr>
            <a:spLocks noGrp="1"/>
          </p:cNvSpPr>
          <p:nvPr>
            <p:ph type="dt" idx="31"/>
          </p:nvPr>
        </p:nvSpPr>
        <p:spPr>
          <a:xfrm>
            <a:off x="628560" y="6356520"/>
            <a:ext cx="2055960" cy="363600"/>
          </a:xfrm>
          <a:prstGeom prst="rect">
            <a:avLst/>
          </a:prstGeom>
          <a:noFill/>
          <a:ln w="0">
            <a:noFill/>
          </a:ln>
        </p:spPr>
        <p:txBody>
          <a:bodyPr lIns="91440" rIns="91440" tIns="45720" bIns="45720" anchor="ctr">
            <a:noAutofit/>
          </a:bodyPr>
          <a:lstStyle>
            <a:lvl1pPr indent="0">
              <a:lnSpc>
                <a:spcPct val="100000"/>
              </a:lnSpc>
              <a:buNone/>
              <a:tabLst>
                <a:tab algn="l" pos="0"/>
              </a:tabLst>
              <a:defRPr b="0" lang="en-US" sz="1400" strike="noStrike" u="none">
                <a:solidFill>
                  <a:srgbClr val="000000"/>
                </a:solidFill>
                <a:effectLst/>
                <a:uFillTx/>
                <a:latin typeface="Times New Roman"/>
              </a:defRPr>
            </a:lvl1pPr>
          </a:lstStyle>
          <a:p>
            <a:pPr indent="0">
              <a:lnSpc>
                <a:spcPct val="100000"/>
              </a:lnSpc>
              <a:buNone/>
              <a:tabLst>
                <a:tab algn="l" pos="0"/>
              </a:tabLst>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
        <p:nvSpPr>
          <p:cNvPr id="56" name="PlaceHolder 4"/>
          <p:cNvSpPr>
            <a:spLocks noGrp="1"/>
          </p:cNvSpPr>
          <p:nvPr>
            <p:ph type="ftr" idx="32"/>
          </p:nvPr>
        </p:nvSpPr>
        <p:spPr>
          <a:xfrm>
            <a:off x="3029040" y="6356520"/>
            <a:ext cx="308484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57" name="PlaceHolder 5"/>
          <p:cNvSpPr>
            <a:spLocks noGrp="1"/>
          </p:cNvSpPr>
          <p:nvPr>
            <p:ph type="sldNum" idx="33"/>
          </p:nvPr>
        </p:nvSpPr>
        <p:spPr>
          <a:xfrm>
            <a:off x="6458040" y="6356520"/>
            <a:ext cx="2055960" cy="3636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ru-RU" sz="900" strike="noStrike" u="none">
                <a:solidFill>
                  <a:schemeClr val="dk1">
                    <a:tint val="75000"/>
                  </a:schemeClr>
                </a:solidFill>
                <a:effectLst/>
                <a:uFillTx/>
                <a:latin typeface="Calibri"/>
              </a:defRPr>
            </a:lvl1pPr>
          </a:lstStyle>
          <a:p>
            <a:pPr indent="0" algn="r" defTabSz="914400">
              <a:lnSpc>
                <a:spcPct val="100000"/>
              </a:lnSpc>
              <a:buNone/>
              <a:tabLst>
                <a:tab algn="l" pos="0"/>
              </a:tabLst>
            </a:pPr>
            <a:fld id="{76B4D7C5-D0B8-4106-8331-AD4B256CEE9D}" type="slidenum">
              <a:rPr b="0" lang="ru-RU" sz="900" strike="noStrike" u="none">
                <a:solidFill>
                  <a:schemeClr val="dk1">
                    <a:tint val="75000"/>
                  </a:schemeClr>
                </a:solidFill>
                <a:effectLst/>
                <a:uFillTx/>
                <a:latin typeface="Calibri"/>
              </a:rPr>
              <a:t>&lt;number&gt;</a:t>
            </a:fld>
            <a:endParaRPr b="0" lang="en-US" sz="900" strike="noStrike" u="none">
              <a:solidFill>
                <a:srgbClr val="000000"/>
              </a:solidFill>
              <a:effectLst/>
              <a:uFillTx/>
              <a:latin typeface="Times New Roman"/>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image" Target="../media/image11.jpeg"/><Relationship Id="rId12" Type="http://schemas.openxmlformats.org/officeDocument/2006/relationships/slideLayout" Target="../slideLayouts/slideLayout10.xml"/><Relationship Id="rId1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jpe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jpeg"/><Relationship Id="rId13" Type="http://schemas.openxmlformats.org/officeDocument/2006/relationships/slideLayout" Target="../slideLayouts/slideLayout2.xml"/>
</Relationships>
</file>

<file path=ppt/slides/_rels/slide3.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jpe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jpeg"/><Relationship Id="rId13" Type="http://schemas.openxmlformats.org/officeDocument/2006/relationships/image" Target="../media/image14.png"/><Relationship Id="rId14" Type="http://schemas.openxmlformats.org/officeDocument/2006/relationships/slideLayout" Target="../slideLayouts/slideLayout2.xml"/>
</Relationships>
</file>

<file path=ppt/slides/_rels/slide4.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jpe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jpeg"/><Relationship Id="rId13" Type="http://schemas.openxmlformats.org/officeDocument/2006/relationships/image" Target="../media/image15.png"/><Relationship Id="rId14" Type="http://schemas.openxmlformats.org/officeDocument/2006/relationships/slideLayout" Target="../slideLayouts/slideLayout2.xml"/>
</Relationships>
</file>

<file path=ppt/slides/_rels/slide5.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jpe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jpeg"/><Relationship Id="rId13" Type="http://schemas.openxmlformats.org/officeDocument/2006/relationships/image" Target="../media/image16.png"/><Relationship Id="rId14" Type="http://schemas.openxmlformats.org/officeDocument/2006/relationships/image" Target="../media/image17.png"/><Relationship Id="rId15" Type="http://schemas.openxmlformats.org/officeDocument/2006/relationships/slideLayout" Target="../slideLayouts/slideLayout2.xml"/>
</Relationships>
</file>

<file path=ppt/slides/_rels/slide6.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jpe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jpeg"/><Relationship Id="rId13" Type="http://schemas.openxmlformats.org/officeDocument/2006/relationships/image" Target="../media/image18.png"/><Relationship Id="rId14" Type="http://schemas.openxmlformats.org/officeDocument/2006/relationships/slideLayout" Target="../slideLayouts/slideLayout2.xml"/>
</Relationships>
</file>

<file path=ppt/slides/_rels/slide7.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jpe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jpeg"/><Relationship Id="rId13" Type="http://schemas.openxmlformats.org/officeDocument/2006/relationships/image" Target="../media/image19.png"/><Relationship Id="rId14" Type="http://schemas.openxmlformats.org/officeDocument/2006/relationships/slideLayout" Target="../slideLayouts/slideLayout2.xml"/>
</Relationships>
</file>

<file path=ppt/slides/_rels/slide8.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jpe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jpeg"/><Relationship Id="rId13" Type="http://schemas.openxmlformats.org/officeDocument/2006/relationships/image" Target="../media/image20.png"/><Relationship Id="rId14" Type="http://schemas.openxmlformats.org/officeDocument/2006/relationships/image" Target="../media/image21.png"/><Relationship Id="rId15" Type="http://schemas.openxmlformats.org/officeDocument/2006/relationships/slideLayout" Target="../slideLayouts/slideLayout2.xml"/>
</Relationships>
</file>

<file path=ppt/slides/_rels/slide9.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jpe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jpeg"/><Relationship Id="rId13" Type="http://schemas.openxmlformats.org/officeDocument/2006/relationships/slideLayout" Target="../slideLayouts/slideLayout2.xml"/>
</Relationships>
</file>

<file path=ppt/slides/_rels/slide10.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jpeg"/><Relationship Id="rId3" Type="http://schemas.openxmlformats.org/officeDocument/2006/relationships/hyperlink" Target="https://github.com/NoyanTM/aitu-sist-2026_research-paper" TargetMode="External"/><Relationship Id="rId4" Type="http://schemas.openxmlformats.org/officeDocument/2006/relationships/image" Target="../media/image1.png"/><Relationship Id="rId5" Type="http://schemas.openxmlformats.org/officeDocument/2006/relationships/image" Target="../media/image2.png"/><Relationship Id="rId6" Type="http://schemas.openxmlformats.org/officeDocument/2006/relationships/image" Target="../media/image3.png"/><Relationship Id="rId7" Type="http://schemas.openxmlformats.org/officeDocument/2006/relationships/image" Target="../media/image4.png"/><Relationship Id="rId8" Type="http://schemas.openxmlformats.org/officeDocument/2006/relationships/image" Target="../media/image6.png"/><Relationship Id="rId9" Type="http://schemas.openxmlformats.org/officeDocument/2006/relationships/image" Target="../media/image7.png"/><Relationship Id="rId10" Type="http://schemas.openxmlformats.org/officeDocument/2006/relationships/image" Target="../media/image8.png"/><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image" Target="../media/image11.jpeg"/><Relationship Id="rId14" Type="http://schemas.openxmlformats.org/officeDocument/2006/relationships/slideLayout" Target="../slideLayouts/slideLayout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 name="Прямоугольник 11"/>
          <p:cNvSpPr/>
          <p:nvPr/>
        </p:nvSpPr>
        <p:spPr>
          <a:xfrm>
            <a:off x="0" y="6146280"/>
            <a:ext cx="9148320" cy="723960"/>
          </a:xfrm>
          <a:prstGeom prst="rect">
            <a:avLst/>
          </a:prstGeom>
          <a:gradFill rotWithShape="0">
            <a:gsLst>
              <a:gs pos="35000">
                <a:srgbClr val="36acd8"/>
              </a:gs>
              <a:gs pos="78000">
                <a:srgbClr val="2e6ca4"/>
              </a:gs>
              <a:gs pos="100000">
                <a:srgbClr val="2e76a5"/>
              </a:gs>
            </a:gsLst>
            <a:lin ang="1080000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defTabSz="914400">
              <a:lnSpc>
                <a:spcPct val="100000"/>
              </a:lnSpc>
            </a:pPr>
            <a:endParaRPr b="0" lang="en-GB" sz="1800" strike="noStrike" u="none">
              <a:solidFill>
                <a:schemeClr val="lt1"/>
              </a:solidFill>
              <a:effectLst/>
              <a:uFillTx/>
              <a:latin typeface="Calibri"/>
            </a:endParaRPr>
          </a:p>
        </p:txBody>
      </p:sp>
      <p:sp>
        <p:nvSpPr>
          <p:cNvPr id="65" name="Прямоугольник 3"/>
          <p:cNvSpPr/>
          <p:nvPr/>
        </p:nvSpPr>
        <p:spPr>
          <a:xfrm>
            <a:off x="19440" y="193320"/>
            <a:ext cx="9148320" cy="11527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1" lang="en-US" sz="1700" strike="noStrike" u="none">
                <a:solidFill>
                  <a:srgbClr val="002060"/>
                </a:solidFill>
                <a:effectLst/>
                <a:uFillTx/>
                <a:latin typeface="Times New Roman"/>
              </a:rPr>
              <a:t>202</a:t>
            </a:r>
            <a:r>
              <a:rPr b="1" lang="kk-KZ" sz="1700" strike="noStrike" u="none">
                <a:solidFill>
                  <a:srgbClr val="002060"/>
                </a:solidFill>
                <a:effectLst/>
                <a:uFillTx/>
                <a:latin typeface="Times New Roman"/>
              </a:rPr>
              <a:t>6</a:t>
            </a:r>
            <a:r>
              <a:rPr b="1" lang="en-US" sz="1700" strike="noStrike" u="none">
                <a:solidFill>
                  <a:srgbClr val="002060"/>
                </a:solidFill>
                <a:effectLst/>
                <a:uFillTx/>
                <a:latin typeface="Times New Roman"/>
              </a:rPr>
              <a:t> IEEE </a:t>
            </a:r>
            <a:r>
              <a:rPr b="1" lang="kk-KZ" sz="1700" strike="noStrike" u="none">
                <a:solidFill>
                  <a:srgbClr val="002060"/>
                </a:solidFill>
                <a:effectLst/>
                <a:uFillTx/>
                <a:latin typeface="Times New Roman"/>
              </a:rPr>
              <a:t>6</a:t>
            </a:r>
            <a:r>
              <a:rPr b="1" lang="en-US" sz="1700" strike="noStrike" u="none">
                <a:solidFill>
                  <a:srgbClr val="002060"/>
                </a:solidFill>
                <a:effectLst/>
                <a:uFillTx/>
                <a:latin typeface="Times New Roman"/>
              </a:rPr>
              <a:t>th International Conference</a:t>
            </a:r>
            <a:r>
              <a:rPr b="1" lang="ru-RU" sz="1700" strike="noStrike" u="none">
                <a:solidFill>
                  <a:srgbClr val="002060"/>
                </a:solidFill>
                <a:effectLst/>
                <a:uFillTx/>
                <a:latin typeface="Times New Roman"/>
              </a:rPr>
              <a:t> </a:t>
            </a:r>
            <a:r>
              <a:rPr b="1" lang="en-US" sz="1700" strike="noStrike" u="none">
                <a:solidFill>
                  <a:srgbClr val="002060"/>
                </a:solidFill>
                <a:effectLst/>
                <a:uFillTx/>
                <a:latin typeface="Times New Roman"/>
              </a:rPr>
              <a:t>on Smart Information Systems and Technologies</a:t>
            </a:r>
            <a:r>
              <a:rPr b="1" lang="ru-RU" sz="1700" strike="noStrike" u="none">
                <a:solidFill>
                  <a:srgbClr val="002060"/>
                </a:solidFill>
                <a:effectLst/>
                <a:uFillTx/>
                <a:latin typeface="Times New Roman"/>
              </a:rPr>
              <a:t> </a:t>
            </a:r>
            <a:r>
              <a:rPr b="1" lang="en-US" sz="1700" strike="noStrike" u="none">
                <a:solidFill>
                  <a:srgbClr val="002060"/>
                </a:solidFill>
                <a:effectLst/>
                <a:uFillTx/>
                <a:latin typeface="Times New Roman"/>
              </a:rPr>
              <a:t>(SIST)</a:t>
            </a:r>
            <a:endParaRPr b="0" lang="en-US" sz="1700" strike="noStrike" u="none">
              <a:solidFill>
                <a:srgbClr val="000000"/>
              </a:solidFill>
              <a:effectLst/>
              <a:uFillTx/>
              <a:latin typeface="Arial"/>
            </a:endParaRPr>
          </a:p>
          <a:p>
            <a:pPr algn="ctr" defTabSz="914400">
              <a:lnSpc>
                <a:spcPct val="100000"/>
              </a:lnSpc>
            </a:pPr>
            <a:r>
              <a:rPr b="1" lang="en-US" sz="1700" strike="noStrike" u="none">
                <a:solidFill>
                  <a:srgbClr val="002060"/>
                </a:solidFill>
                <a:effectLst/>
                <a:uFillTx/>
                <a:latin typeface="Times New Roman"/>
              </a:rPr>
              <a:t>May </a:t>
            </a:r>
            <a:r>
              <a:rPr b="1" lang="ru-RU" sz="1700" strike="noStrike" u="none">
                <a:solidFill>
                  <a:srgbClr val="002060"/>
                </a:solidFill>
                <a:effectLst/>
                <a:uFillTx/>
                <a:latin typeface="Times New Roman"/>
              </a:rPr>
              <a:t>13-15</a:t>
            </a:r>
            <a:r>
              <a:rPr b="1" lang="en-US" sz="1700" strike="noStrike" u="none">
                <a:solidFill>
                  <a:srgbClr val="002060"/>
                </a:solidFill>
                <a:effectLst/>
                <a:uFillTx/>
                <a:latin typeface="Times New Roman"/>
              </a:rPr>
              <a:t>, 202</a:t>
            </a:r>
            <a:r>
              <a:rPr b="1" lang="ru-RU" sz="1700" strike="noStrike" u="none">
                <a:solidFill>
                  <a:srgbClr val="002060"/>
                </a:solidFill>
                <a:effectLst/>
                <a:uFillTx/>
                <a:latin typeface="Times New Roman"/>
              </a:rPr>
              <a:t>6</a:t>
            </a:r>
            <a:endParaRPr b="0" lang="en-US" sz="1700" strike="noStrike" u="none">
              <a:solidFill>
                <a:srgbClr val="000000"/>
              </a:solidFill>
              <a:effectLst/>
              <a:uFillTx/>
              <a:latin typeface="Arial"/>
            </a:endParaRPr>
          </a:p>
          <a:p>
            <a:pPr algn="ctr" defTabSz="914400">
              <a:lnSpc>
                <a:spcPct val="100000"/>
              </a:lnSpc>
            </a:pPr>
            <a:r>
              <a:rPr b="1" lang="en-US" sz="1700" strike="noStrike" u="none">
                <a:solidFill>
                  <a:srgbClr val="002060"/>
                </a:solidFill>
                <a:effectLst/>
                <a:uFillTx/>
                <a:latin typeface="Times New Roman"/>
              </a:rPr>
              <a:t>Astana, Kazakhstan</a:t>
            </a:r>
            <a:endParaRPr b="0" lang="en-US" sz="1700" strike="noStrike" u="none">
              <a:solidFill>
                <a:srgbClr val="000000"/>
              </a:solidFill>
              <a:effectLst/>
              <a:uFillTx/>
              <a:latin typeface="Arial"/>
            </a:endParaRPr>
          </a:p>
          <a:p>
            <a:pPr algn="ctr" defTabSz="914400">
              <a:lnSpc>
                <a:spcPct val="100000"/>
              </a:lnSpc>
            </a:pPr>
            <a:endParaRPr b="0" lang="en-US" sz="1800" strike="noStrike" u="none">
              <a:solidFill>
                <a:srgbClr val="000000"/>
              </a:solidFill>
              <a:effectLst/>
              <a:uFillTx/>
              <a:latin typeface="Arial"/>
            </a:endParaRPr>
          </a:p>
        </p:txBody>
      </p:sp>
      <p:pic>
        <p:nvPicPr>
          <p:cNvPr id="66" name="Picture 5" descr="A blue and black logo&#10;&#10;Description automatically generated"/>
          <p:cNvPicPr/>
          <p:nvPr/>
        </p:nvPicPr>
        <p:blipFill>
          <a:blip r:embed="rId1"/>
          <a:stretch/>
        </p:blipFill>
        <p:spPr>
          <a:xfrm>
            <a:off x="7293960" y="6266160"/>
            <a:ext cx="828000" cy="280800"/>
          </a:xfrm>
          <a:prstGeom prst="rect">
            <a:avLst/>
          </a:prstGeom>
          <a:noFill/>
          <a:ln w="0">
            <a:noFill/>
          </a:ln>
        </p:spPr>
      </p:pic>
      <p:pic>
        <p:nvPicPr>
          <p:cNvPr id="67" name="Picture 7" descr="A blue text on a black background&#10;&#10;Description automatically generated"/>
          <p:cNvPicPr/>
          <p:nvPr/>
        </p:nvPicPr>
        <p:blipFill>
          <a:blip r:embed="rId2"/>
          <a:stretch/>
        </p:blipFill>
        <p:spPr>
          <a:xfrm>
            <a:off x="8315640" y="6271920"/>
            <a:ext cx="749880" cy="269280"/>
          </a:xfrm>
          <a:prstGeom prst="rect">
            <a:avLst/>
          </a:prstGeom>
          <a:noFill/>
          <a:ln w="0">
            <a:noFill/>
          </a:ln>
        </p:spPr>
      </p:pic>
      <p:sp>
        <p:nvSpPr>
          <p:cNvPr id="68" name="TextBox 27"/>
          <p:cNvSpPr/>
          <p:nvPr/>
        </p:nvSpPr>
        <p:spPr>
          <a:xfrm>
            <a:off x="1359720" y="4159440"/>
            <a:ext cx="4570560" cy="3679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endParaRPr b="0" lang="ru-KZ" sz="1800" strike="noStrike" u="none">
              <a:solidFill>
                <a:srgbClr val="000000"/>
              </a:solidFill>
              <a:effectLst/>
              <a:uFillTx/>
              <a:latin typeface="Calibri"/>
            </a:endParaRPr>
          </a:p>
        </p:txBody>
      </p:sp>
      <p:pic>
        <p:nvPicPr>
          <p:cNvPr id="69" name="Рисунок 2" descr="Изображение выглядит как текст, снимок экрана, Шрифт, Графика&#10;&#10;Автоматически созданное описание"/>
          <p:cNvPicPr/>
          <p:nvPr/>
        </p:nvPicPr>
        <p:blipFill>
          <a:blip r:embed="rId3"/>
          <a:stretch/>
        </p:blipFill>
        <p:spPr>
          <a:xfrm>
            <a:off x="-228240" y="5824440"/>
            <a:ext cx="1586160" cy="1428120"/>
          </a:xfrm>
          <a:prstGeom prst="rect">
            <a:avLst/>
          </a:prstGeom>
          <a:noFill/>
          <a:ln w="0">
            <a:noFill/>
          </a:ln>
        </p:spPr>
      </p:pic>
      <p:pic>
        <p:nvPicPr>
          <p:cNvPr id="70" name="Рисунок 6" descr="Изображение выглядит как текст, символ, логотип, эмблема&#10;&#10;Автоматически созданное описание"/>
          <p:cNvPicPr/>
          <p:nvPr/>
        </p:nvPicPr>
        <p:blipFill>
          <a:blip r:embed="rId4"/>
          <a:stretch/>
        </p:blipFill>
        <p:spPr>
          <a:xfrm>
            <a:off x="5482800" y="6247080"/>
            <a:ext cx="824040" cy="618120"/>
          </a:xfrm>
          <a:prstGeom prst="rect">
            <a:avLst/>
          </a:prstGeom>
          <a:noFill/>
          <a:ln w="0">
            <a:noFill/>
          </a:ln>
        </p:spPr>
      </p:pic>
      <p:pic>
        <p:nvPicPr>
          <p:cNvPr id="71" name="Рисунок 12" descr="Изображение выглядит как Шрифт, Графика, символ, логотип&#10;&#10;Автоматически созданное описание"/>
          <p:cNvPicPr/>
          <p:nvPr/>
        </p:nvPicPr>
        <p:blipFill>
          <a:blip r:embed="rId5"/>
          <a:stretch/>
        </p:blipFill>
        <p:spPr>
          <a:xfrm>
            <a:off x="7596360" y="499680"/>
            <a:ext cx="1771560" cy="538560"/>
          </a:xfrm>
          <a:prstGeom prst="rect">
            <a:avLst/>
          </a:prstGeom>
          <a:noFill/>
          <a:ln w="0">
            <a:noFill/>
          </a:ln>
        </p:spPr>
      </p:pic>
      <p:pic>
        <p:nvPicPr>
          <p:cNvPr id="72" name="Рисунок 36" descr="Изображение выглядит как Шрифт, Графика, текст, круг&#10;&#10;Автоматически созданное описание"/>
          <p:cNvPicPr/>
          <p:nvPr/>
        </p:nvPicPr>
        <p:blipFill>
          <a:blip r:embed="rId6"/>
          <a:stretch/>
        </p:blipFill>
        <p:spPr>
          <a:xfrm>
            <a:off x="1195200" y="6290280"/>
            <a:ext cx="783360" cy="401400"/>
          </a:xfrm>
          <a:prstGeom prst="rect">
            <a:avLst/>
          </a:prstGeom>
          <a:noFill/>
          <a:ln w="0">
            <a:noFill/>
          </a:ln>
        </p:spPr>
      </p:pic>
      <p:pic>
        <p:nvPicPr>
          <p:cNvPr id="73" name="Рисунок 38" descr="Изображение выглядит как круг, сфера, планета, полнолуние&#10;&#10;Автоматически созданное описание"/>
          <p:cNvPicPr/>
          <p:nvPr/>
        </p:nvPicPr>
        <p:blipFill>
          <a:blip r:embed="rId7"/>
          <a:stretch/>
        </p:blipFill>
        <p:spPr>
          <a:xfrm>
            <a:off x="4861800" y="6199560"/>
            <a:ext cx="535320" cy="618120"/>
          </a:xfrm>
          <a:prstGeom prst="rect">
            <a:avLst/>
          </a:prstGeom>
          <a:noFill/>
          <a:ln w="0">
            <a:noFill/>
          </a:ln>
        </p:spPr>
      </p:pic>
      <p:pic>
        <p:nvPicPr>
          <p:cNvPr id="74" name="Объект 23" descr=""/>
          <p:cNvPicPr/>
          <p:nvPr/>
        </p:nvPicPr>
        <p:blipFill>
          <a:blip r:embed="rId8"/>
          <a:stretch/>
        </p:blipFill>
        <p:spPr>
          <a:xfrm>
            <a:off x="2227320" y="6233040"/>
            <a:ext cx="749880" cy="506880"/>
          </a:xfrm>
          <a:prstGeom prst="rect">
            <a:avLst/>
          </a:prstGeom>
          <a:noFill/>
          <a:ln w="0">
            <a:noFill/>
          </a:ln>
        </p:spPr>
      </p:pic>
      <p:pic>
        <p:nvPicPr>
          <p:cNvPr id="75" name="Рисунок 41" descr="Изображение выглядит как текст, Графика, Шрифт, графический дизайн&#10;&#10;Автоматически созданное описание"/>
          <p:cNvPicPr/>
          <p:nvPr/>
        </p:nvPicPr>
        <p:blipFill>
          <a:blip r:embed="rId9"/>
          <a:stretch/>
        </p:blipFill>
        <p:spPr>
          <a:xfrm>
            <a:off x="6508800" y="6171120"/>
            <a:ext cx="597240" cy="597240"/>
          </a:xfrm>
          <a:prstGeom prst="rect">
            <a:avLst/>
          </a:prstGeom>
          <a:noFill/>
          <a:ln w="0">
            <a:noFill/>
          </a:ln>
        </p:spPr>
      </p:pic>
      <p:pic>
        <p:nvPicPr>
          <p:cNvPr id="76" name="Рисунок 43" descr="Изображение выглядит как текст, Шрифт, Графика, графический дизайн&#10;&#10;Автоматически созданное описание"/>
          <p:cNvPicPr/>
          <p:nvPr/>
        </p:nvPicPr>
        <p:blipFill>
          <a:blip r:embed="rId10"/>
          <a:stretch/>
        </p:blipFill>
        <p:spPr>
          <a:xfrm>
            <a:off x="3225960" y="6229800"/>
            <a:ext cx="555840" cy="493560"/>
          </a:xfrm>
          <a:prstGeom prst="rect">
            <a:avLst/>
          </a:prstGeom>
          <a:noFill/>
          <a:ln w="0">
            <a:noFill/>
          </a:ln>
        </p:spPr>
      </p:pic>
      <p:sp>
        <p:nvSpPr>
          <p:cNvPr id="77" name="PlaceHolder 1"/>
          <p:cNvSpPr>
            <a:spLocks noGrp="1"/>
          </p:cNvSpPr>
          <p:nvPr>
            <p:ph type="subTitle"/>
          </p:nvPr>
        </p:nvSpPr>
        <p:spPr>
          <a:xfrm>
            <a:off x="317520" y="3657600"/>
            <a:ext cx="8139600" cy="1370520"/>
          </a:xfrm>
          <a:prstGeom prst="rect">
            <a:avLst/>
          </a:prstGeom>
          <a:noFill/>
          <a:ln w="0">
            <a:noFill/>
          </a:ln>
        </p:spPr>
        <p:txBody>
          <a:bodyPr lIns="91440" rIns="91440" tIns="45720" bIns="45720" anchor="t">
            <a:noAutofit/>
          </a:bodyPr>
          <a:p>
            <a:pPr defTabSz="685800">
              <a:lnSpc>
                <a:spcPct val="90000"/>
              </a:lnSpc>
              <a:spcBef>
                <a:spcPts val="751"/>
              </a:spcBef>
              <a:tabLst>
                <a:tab algn="l" pos="0"/>
              </a:tabLst>
            </a:pPr>
            <a:br>
              <a:rPr sz="1600"/>
            </a:br>
            <a:r>
              <a:rPr b="1" lang="en-US" sz="1600" strike="noStrike" u="none">
                <a:solidFill>
                  <a:srgbClr val="0070c0"/>
                </a:solidFill>
                <a:effectLst/>
                <a:uFillTx/>
                <a:latin typeface="Calibri"/>
              </a:rPr>
              <a:t>Authors’ names: Noyan Tendikov, Rostyslav Lisnevskyi, Leila Rzayeva</a:t>
            </a:r>
            <a:endParaRPr b="0" lang="en-US" sz="1600" strike="noStrike" u="none">
              <a:solidFill>
                <a:srgbClr val="000000"/>
              </a:solidFill>
              <a:effectLst/>
              <a:uFillTx/>
              <a:latin typeface="Arial"/>
            </a:endParaRPr>
          </a:p>
          <a:p>
            <a:pPr defTabSz="685800">
              <a:lnSpc>
                <a:spcPct val="90000"/>
              </a:lnSpc>
              <a:spcBef>
                <a:spcPts val="751"/>
              </a:spcBef>
              <a:tabLst>
                <a:tab algn="l" pos="0"/>
              </a:tabLst>
            </a:pPr>
            <a:br>
              <a:rPr sz="1600"/>
            </a:br>
            <a:r>
              <a:rPr b="1" lang="en-US" sz="1600" strike="noStrike" u="none">
                <a:solidFill>
                  <a:srgbClr val="0070c0"/>
                </a:solidFill>
                <a:effectLst/>
                <a:uFillTx/>
                <a:latin typeface="Calibri"/>
              </a:rPr>
              <a:t>University/company: Astana IT University</a:t>
            </a:r>
            <a:br>
              <a:rPr sz="1600"/>
            </a:br>
            <a:r>
              <a:rPr b="1" lang="en-US" sz="1600" strike="noStrike" u="none">
                <a:solidFill>
                  <a:srgbClr val="0070c0"/>
                </a:solidFill>
                <a:effectLst/>
                <a:uFillTx/>
                <a:latin typeface="Calibri"/>
              </a:rPr>
              <a:t>City, Country: Astana, Kazakhstan</a:t>
            </a:r>
            <a:br>
              <a:rPr sz="1600"/>
            </a:br>
            <a:endParaRPr b="0" lang="en-US" sz="1600" strike="noStrike" u="none">
              <a:solidFill>
                <a:srgbClr val="000000"/>
              </a:solidFill>
              <a:effectLst/>
              <a:uFillTx/>
              <a:latin typeface="Arial"/>
            </a:endParaRPr>
          </a:p>
        </p:txBody>
      </p:sp>
      <p:sp>
        <p:nvSpPr>
          <p:cNvPr id="78" name="Subtitle 2"/>
          <p:cNvSpPr/>
          <p:nvPr/>
        </p:nvSpPr>
        <p:spPr>
          <a:xfrm>
            <a:off x="317520" y="1207440"/>
            <a:ext cx="8368200" cy="848880"/>
          </a:xfrm>
          <a:prstGeom prst="rect">
            <a:avLst/>
          </a:prstGeom>
          <a:noFill/>
          <a:ln w="0">
            <a:noFill/>
          </a:ln>
        </p:spPr>
        <p:style>
          <a:lnRef idx="0"/>
          <a:fillRef idx="0"/>
          <a:effectRef idx="0"/>
          <a:fontRef idx="minor"/>
        </p:style>
        <p:txBody>
          <a:bodyPr lIns="0" rIns="90000" tIns="45000" bIns="45000" anchor="t">
            <a:noAutofit/>
          </a:bodyPr>
          <a:p>
            <a:pPr defTabSz="685800">
              <a:lnSpc>
                <a:spcPct val="90000"/>
              </a:lnSpc>
              <a:spcBef>
                <a:spcPts val="751"/>
              </a:spcBef>
              <a:tabLst>
                <a:tab algn="l" pos="0"/>
              </a:tabLst>
            </a:pPr>
            <a:r>
              <a:rPr b="1" i="1" lang="en-US" sz="1400" strike="noStrike" u="none">
                <a:solidFill>
                  <a:schemeClr val="dk1">
                    <a:lumMod val="50000"/>
                    <a:lumOff val="50000"/>
                  </a:schemeClr>
                </a:solidFill>
                <a:effectLst/>
                <a:uFillTx/>
                <a:latin typeface="Calibri"/>
                <a:ea typeface="Calibri"/>
              </a:rPr>
              <a:t>Paper ID-83</a:t>
            </a:r>
            <a:endParaRPr b="0" lang="en-US" sz="1400" strike="noStrike" u="none">
              <a:solidFill>
                <a:srgbClr val="000000"/>
              </a:solidFill>
              <a:effectLst/>
              <a:uFillTx/>
              <a:latin typeface="Arial"/>
            </a:endParaRPr>
          </a:p>
          <a:p>
            <a:pPr defTabSz="685800">
              <a:lnSpc>
                <a:spcPct val="90000"/>
              </a:lnSpc>
              <a:spcBef>
                <a:spcPts val="751"/>
              </a:spcBef>
              <a:tabLst>
                <a:tab algn="l" pos="0"/>
              </a:tabLst>
            </a:pPr>
            <a:r>
              <a:rPr b="1" i="1" lang="en-US" sz="1400" strike="noStrike" u="none">
                <a:solidFill>
                  <a:schemeClr val="dk1">
                    <a:lumMod val="50000"/>
                    <a:lumOff val="50000"/>
                  </a:schemeClr>
                </a:solidFill>
                <a:effectLst/>
                <a:uFillTx/>
                <a:latin typeface="Calibri"/>
                <a:ea typeface="Calibri"/>
              </a:rPr>
              <a:t>Section: "Computer science, IEEE Computer Society (CS), IEEE Transactions on Computers. Performance, fault tolerance, reliability, security, and testability"</a:t>
            </a:r>
            <a:endParaRPr b="0" lang="en-US" sz="1400" strike="noStrike" u="none">
              <a:solidFill>
                <a:srgbClr val="000000"/>
              </a:solidFill>
              <a:effectLst/>
              <a:uFillTx/>
              <a:latin typeface="Arial"/>
            </a:endParaRPr>
          </a:p>
        </p:txBody>
      </p:sp>
      <p:sp>
        <p:nvSpPr>
          <p:cNvPr id="79" name="PlaceHolder 2"/>
          <p:cNvSpPr>
            <a:spLocks noGrp="1"/>
          </p:cNvSpPr>
          <p:nvPr>
            <p:ph type="title"/>
          </p:nvPr>
        </p:nvSpPr>
        <p:spPr>
          <a:xfrm>
            <a:off x="317520" y="2286000"/>
            <a:ext cx="8551440" cy="1141920"/>
          </a:xfrm>
          <a:prstGeom prst="rect">
            <a:avLst/>
          </a:prstGeom>
          <a:noFill/>
          <a:ln w="0">
            <a:noFill/>
          </a:ln>
        </p:spPr>
        <p:txBody>
          <a:bodyPr lIns="91440" rIns="91440" tIns="45720" bIns="45720" anchor="b">
            <a:noAutofit/>
          </a:bodyPr>
          <a:p>
            <a:pPr indent="0" algn="ctr" defTabSz="685800">
              <a:lnSpc>
                <a:spcPct val="90000"/>
              </a:lnSpc>
              <a:buNone/>
              <a:tabLst>
                <a:tab algn="l" pos="0"/>
              </a:tabLst>
            </a:pPr>
            <a:r>
              <a:rPr b="0" lang="en-US" sz="2400" strike="noStrike" u="none">
                <a:solidFill>
                  <a:schemeClr val="dk1"/>
                </a:solidFill>
                <a:effectLst/>
                <a:uFillTx/>
                <a:latin typeface="Calibri Light"/>
              </a:rPr>
              <a:t>Customizable methodology for structured analysis</a:t>
            </a:r>
            <a:br>
              <a:rPr sz="2400"/>
            </a:br>
            <a:r>
              <a:rPr b="0" lang="en-US" sz="2400" strike="noStrike" u="none">
                <a:solidFill>
                  <a:schemeClr val="dk1"/>
                </a:solidFill>
                <a:effectLst/>
                <a:uFillTx/>
                <a:latin typeface="Calibri Light"/>
              </a:rPr>
              <a:t>of software within isolated computational environments to secure critical IT infrastructures</a:t>
            </a:r>
            <a:endParaRPr b="0" lang="en-US" sz="2400" strike="noStrike" u="none">
              <a:solidFill>
                <a:srgbClr val="000000"/>
              </a:solidFill>
              <a:effectLst/>
              <a:uFillTx/>
              <a:latin typeface="Arial"/>
            </a:endParaRPr>
          </a:p>
        </p:txBody>
      </p:sp>
      <p:pic>
        <p:nvPicPr>
          <p:cNvPr id="80" name="Picture 4" descr=""/>
          <p:cNvPicPr/>
          <p:nvPr/>
        </p:nvPicPr>
        <p:blipFill>
          <a:blip r:embed="rId11"/>
          <a:stretch/>
        </p:blipFill>
        <p:spPr>
          <a:xfrm>
            <a:off x="4018320" y="6228000"/>
            <a:ext cx="552240" cy="506880"/>
          </a:xfrm>
          <a:prstGeom prst="rect">
            <a:avLst/>
          </a:prstGeom>
          <a:noFill/>
          <a:ln w="0">
            <a:noFill/>
          </a:ln>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 name="Прямоугольник 10"/>
          <p:cNvSpPr/>
          <p:nvPr/>
        </p:nvSpPr>
        <p:spPr>
          <a:xfrm>
            <a:off x="-5760" y="0"/>
            <a:ext cx="9148320" cy="723960"/>
          </a:xfrm>
          <a:prstGeom prst="rect">
            <a:avLst/>
          </a:prstGeom>
          <a:gradFill rotWithShape="0">
            <a:gsLst>
              <a:gs pos="35000">
                <a:srgbClr val="36acd8"/>
              </a:gs>
              <a:gs pos="78000">
                <a:srgbClr val="2e6ca4"/>
              </a:gs>
              <a:gs pos="100000">
                <a:srgbClr val="2e76a5"/>
              </a:gs>
            </a:gsLst>
            <a:lin ang="1080000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trike="noStrike" u="none">
              <a:solidFill>
                <a:schemeClr val="lt1"/>
              </a:solidFill>
              <a:effectLst/>
              <a:uFillTx/>
              <a:latin typeface="Calibri"/>
            </a:endParaRPr>
          </a:p>
        </p:txBody>
      </p:sp>
      <p:sp>
        <p:nvSpPr>
          <p:cNvPr id="82" name="Прямоугольник 11"/>
          <p:cNvSpPr/>
          <p:nvPr/>
        </p:nvSpPr>
        <p:spPr>
          <a:xfrm>
            <a:off x="8604360" y="-2880"/>
            <a:ext cx="205200" cy="795240"/>
          </a:xfrm>
          <a:prstGeom prst="rect">
            <a:avLst/>
          </a:prstGeom>
          <a:solidFill>
            <a:srgbClr val="ffffff"/>
          </a:solidFill>
          <a:ln>
            <a:noFill/>
          </a:ln>
        </p:spPr>
        <p:style>
          <a:lnRef idx="2">
            <a:schemeClr val="accent1"/>
          </a:lnRef>
          <a:fillRef idx="1">
            <a:schemeClr val="lt1"/>
          </a:fillRef>
          <a:effectRef idx="0">
            <a:schemeClr val="accent1"/>
          </a:effectRef>
          <a:fontRef idx="minor"/>
        </p:style>
        <p:txBody>
          <a:bodyPr lIns="90000" rIns="90000" tIns="45000" bIns="45000" anchor="ctr">
            <a:noAutofit/>
          </a:bodyPr>
          <a:p>
            <a:pPr algn="ctr" defTabSz="914400">
              <a:lnSpc>
                <a:spcPct val="100000"/>
              </a:lnSpc>
            </a:pPr>
            <a:endParaRPr b="0" lang="en-US" sz="1800" strike="noStrike" u="none">
              <a:solidFill>
                <a:schemeClr val="dk1"/>
              </a:solidFill>
              <a:effectLst/>
              <a:uFillTx/>
              <a:latin typeface="Calibri"/>
            </a:endParaRPr>
          </a:p>
        </p:txBody>
      </p:sp>
      <p:sp>
        <p:nvSpPr>
          <p:cNvPr id="83" name="Пятиугольник 84"/>
          <p:cNvSpPr/>
          <p:nvPr/>
        </p:nvSpPr>
        <p:spPr>
          <a:xfrm rot="5400000">
            <a:off x="17640" y="100440"/>
            <a:ext cx="900360" cy="696960"/>
          </a:xfrm>
          <a:prstGeom prst="homePlate">
            <a:avLst>
              <a:gd name="adj" fmla="val 22381"/>
            </a:avLst>
          </a:prstGeom>
          <a:solidFill>
            <a:srgbClr val="1cbaeb"/>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RU" sz="1800" strike="noStrike" u="none">
              <a:solidFill>
                <a:schemeClr val="lt1"/>
              </a:solidFill>
              <a:effectLst/>
              <a:uFillTx/>
              <a:latin typeface="Calibri"/>
            </a:endParaRPr>
          </a:p>
        </p:txBody>
      </p:sp>
      <p:pic>
        <p:nvPicPr>
          <p:cNvPr id="84" name="Рисунок 13" descr=""/>
          <p:cNvPicPr/>
          <p:nvPr/>
        </p:nvPicPr>
        <p:blipFill>
          <a:blip r:embed="rId1"/>
          <a:stretch/>
        </p:blipFill>
        <p:spPr>
          <a:xfrm>
            <a:off x="170640" y="276120"/>
            <a:ext cx="592200" cy="304200"/>
          </a:xfrm>
          <a:prstGeom prst="rect">
            <a:avLst/>
          </a:prstGeom>
          <a:noFill/>
          <a:ln w="0">
            <a:noFill/>
          </a:ln>
        </p:spPr>
      </p:pic>
      <p:sp>
        <p:nvSpPr>
          <p:cNvPr id="85" name="PlaceHolder 1"/>
          <p:cNvSpPr>
            <a:spLocks noGrp="1"/>
          </p:cNvSpPr>
          <p:nvPr>
            <p:ph type="title"/>
          </p:nvPr>
        </p:nvSpPr>
        <p:spPr>
          <a:xfrm>
            <a:off x="240840" y="-305640"/>
            <a:ext cx="3310200" cy="1098720"/>
          </a:xfrm>
          <a:prstGeom prst="rect">
            <a:avLst/>
          </a:prstGeom>
          <a:noFill/>
          <a:ln w="0">
            <a:noFill/>
          </a:ln>
        </p:spPr>
        <p:txBody>
          <a:bodyPr lIns="91440" rIns="91440" tIns="45720" bIns="45720" anchor="ctr">
            <a:spAutoFit/>
          </a:bodyPr>
          <a:p>
            <a:pPr indent="0" algn="ctr" defTabSz="685800">
              <a:lnSpc>
                <a:spcPct val="90000"/>
              </a:lnSpc>
              <a:buNone/>
              <a:tabLst>
                <a:tab algn="l" pos="0"/>
              </a:tabLst>
            </a:pPr>
            <a:r>
              <a:rPr b="1" lang="en-US" sz="2000" strike="noStrike" u="none">
                <a:solidFill>
                  <a:schemeClr val="lt1"/>
                </a:solidFill>
                <a:effectLst/>
                <a:uFillTx/>
                <a:latin typeface="Times New Roman"/>
                <a:ea typeface="Times New Roman"/>
              </a:rPr>
              <a:t>20</a:t>
            </a:r>
            <a:r>
              <a:rPr b="1" lang="uk-UA" sz="2000" strike="noStrike" u="none">
                <a:solidFill>
                  <a:schemeClr val="lt1"/>
                </a:solidFill>
                <a:effectLst/>
                <a:uFillTx/>
                <a:latin typeface="Times New Roman"/>
                <a:ea typeface="Times New Roman"/>
              </a:rPr>
              <a:t>2</a:t>
            </a:r>
            <a:r>
              <a:rPr b="1" lang="ru-RU" sz="2000" strike="noStrike" u="none">
                <a:solidFill>
                  <a:schemeClr val="lt1"/>
                </a:solidFill>
                <a:effectLst/>
                <a:uFillTx/>
                <a:latin typeface="Times New Roman"/>
                <a:ea typeface="Times New Roman"/>
              </a:rPr>
              <a:t>6</a:t>
            </a:r>
            <a:r>
              <a:rPr b="1" lang="en-US" sz="2000" strike="noStrike" u="none">
                <a:solidFill>
                  <a:schemeClr val="lt1"/>
                </a:solidFill>
                <a:effectLst/>
                <a:uFillTx/>
                <a:latin typeface="Times New Roman"/>
                <a:ea typeface="Times New Roman"/>
              </a:rPr>
              <a:t> IEEE SIST</a:t>
            </a:r>
            <a:endParaRPr b="0" lang="en-US" sz="2000" strike="noStrike" u="none">
              <a:solidFill>
                <a:srgbClr val="000000"/>
              </a:solidFill>
              <a:effectLst/>
              <a:uFillTx/>
              <a:latin typeface="Arial"/>
            </a:endParaRPr>
          </a:p>
        </p:txBody>
      </p:sp>
      <p:pic>
        <p:nvPicPr>
          <p:cNvPr id="86" name="Рисунок 27" descr=""/>
          <p:cNvPicPr/>
          <p:nvPr/>
        </p:nvPicPr>
        <p:blipFill>
          <a:blip r:embed="rId2"/>
          <a:stretch/>
        </p:blipFill>
        <p:spPr>
          <a:xfrm>
            <a:off x="7839720" y="-2880"/>
            <a:ext cx="1302840" cy="795240"/>
          </a:xfrm>
          <a:prstGeom prst="rect">
            <a:avLst/>
          </a:prstGeom>
          <a:noFill/>
          <a:ln w="0">
            <a:noFill/>
          </a:ln>
        </p:spPr>
      </p:pic>
      <p:sp>
        <p:nvSpPr>
          <p:cNvPr id="87" name="PlaceHolder 2"/>
          <p:cNvSpPr>
            <a:spLocks noGrp="1"/>
          </p:cNvSpPr>
          <p:nvPr>
            <p:ph/>
          </p:nvPr>
        </p:nvSpPr>
        <p:spPr>
          <a:xfrm>
            <a:off x="616680" y="1745640"/>
            <a:ext cx="7885440" cy="3089880"/>
          </a:xfrm>
          <a:prstGeom prst="rect">
            <a:avLst/>
          </a:prstGeom>
          <a:noFill/>
          <a:ln w="0">
            <a:noFill/>
          </a:ln>
        </p:spPr>
        <p:txBody>
          <a:bodyPr lIns="91440" rIns="91440" tIns="45720" bIns="45720" anchor="t">
            <a:noAutofit/>
          </a:bodyPr>
          <a:p>
            <a:pPr marL="171360" indent="0" defTabSz="685800">
              <a:lnSpc>
                <a:spcPct val="90000"/>
              </a:lnSpc>
              <a:spcBef>
                <a:spcPts val="751"/>
              </a:spcBef>
              <a:buNone/>
              <a:tabLst>
                <a:tab algn="l" pos="0"/>
              </a:tabLst>
            </a:pPr>
            <a:r>
              <a:rPr b="0" lang="en-US" sz="2100" strike="noStrike" u="none">
                <a:solidFill>
                  <a:schemeClr val="dk1"/>
                </a:solidFill>
                <a:effectLst/>
                <a:uFillTx/>
                <a:latin typeface="Calibri"/>
              </a:rPr>
              <a:t>Introduction</a:t>
            </a:r>
            <a:endParaRPr b="0" lang="en-US" sz="2100" strike="noStrike" u="none">
              <a:solidFill>
                <a:srgbClr val="000000"/>
              </a:solidFill>
              <a:effectLst/>
              <a:uFillTx/>
              <a:latin typeface="Arial"/>
            </a:endParaRPr>
          </a:p>
          <a:p>
            <a:pPr lvl="1" marL="864000" indent="-324000" algn="just" defTabSz="685800">
              <a:lnSpc>
                <a:spcPct val="90000"/>
              </a:lnSpc>
              <a:spcBef>
                <a:spcPts val="1134"/>
              </a:spcBef>
              <a:buClr>
                <a:srgbClr val="000000"/>
              </a:buClr>
              <a:buSzPct val="75000"/>
              <a:buFont typeface="Symbol" charset="2"/>
              <a:buChar char=""/>
              <a:tabLst>
                <a:tab algn="l" pos="0"/>
              </a:tabLst>
            </a:pPr>
            <a:r>
              <a:rPr b="0" lang="en-US" sz="1500" strike="noStrike" u="none">
                <a:solidFill>
                  <a:schemeClr val="dk1"/>
                </a:solidFill>
                <a:effectLst/>
                <a:uFillTx/>
                <a:latin typeface="Calibri"/>
              </a:rPr>
              <a:t>Modern cyber conflicts within an intensified arms race between multiple different actors, such as government agencies, armies, corporations, and private groups.</a:t>
            </a:r>
            <a:endParaRPr b="0" lang="en-US" sz="1500" strike="noStrike" u="none">
              <a:solidFill>
                <a:srgbClr val="000000"/>
              </a:solidFill>
              <a:effectLst/>
              <a:uFillTx/>
              <a:latin typeface="Arial"/>
            </a:endParaRPr>
          </a:p>
          <a:p>
            <a:pPr lvl="1" marL="864000" indent="-324000" algn="just" defTabSz="685800">
              <a:lnSpc>
                <a:spcPct val="90000"/>
              </a:lnSpc>
              <a:spcBef>
                <a:spcPts val="1134"/>
              </a:spcBef>
              <a:buClr>
                <a:srgbClr val="000000"/>
              </a:buClr>
              <a:buSzPct val="75000"/>
              <a:buFont typeface="Symbol" charset="2"/>
              <a:buChar char=""/>
              <a:tabLst>
                <a:tab algn="l" pos="0"/>
              </a:tabLst>
            </a:pPr>
            <a:r>
              <a:rPr b="0" lang="en-US" sz="1500" strike="noStrike" u="none">
                <a:solidFill>
                  <a:schemeClr val="dk1"/>
                </a:solidFill>
                <a:effectLst/>
                <a:uFillTx/>
                <a:latin typeface="Calibri"/>
              </a:rPr>
              <a:t>Under these circumstances, ensuring security is only a continuous process, not an absolute guarantee. It is import to to assess associated risks for critical IT infrastructure.</a:t>
            </a:r>
            <a:endParaRPr b="0" lang="en-US" sz="1500" strike="noStrike" u="none">
              <a:solidFill>
                <a:srgbClr val="000000"/>
              </a:solidFill>
              <a:effectLst/>
              <a:uFillTx/>
              <a:latin typeface="Arial"/>
            </a:endParaRPr>
          </a:p>
          <a:p>
            <a:pPr lvl="1" marL="864000" indent="-324000" algn="just" defTabSz="685800">
              <a:lnSpc>
                <a:spcPct val="90000"/>
              </a:lnSpc>
              <a:spcBef>
                <a:spcPts val="1134"/>
              </a:spcBef>
              <a:buClr>
                <a:srgbClr val="000000"/>
              </a:buClr>
              <a:buSzPct val="75000"/>
              <a:buFont typeface="Symbol" charset="2"/>
              <a:buChar char=""/>
              <a:tabLst>
                <a:tab algn="l" pos="0"/>
              </a:tabLst>
            </a:pPr>
            <a:r>
              <a:rPr b="0" lang="en-US" sz="1500" strike="noStrike" u="none">
                <a:solidFill>
                  <a:schemeClr val="dk1"/>
                </a:solidFill>
                <a:effectLst/>
                <a:uFillTx/>
                <a:latin typeface="Calibri"/>
              </a:rPr>
              <a:t>Research goal and objectives – to construct theoretical basis of security measures for the IT infrastructure, emphasizing the process of collecting and accounting of its internal resources or components for reliability and early insider threat prevention.</a:t>
            </a:r>
            <a:endParaRPr b="0" lang="en-US" sz="1500" strike="noStrike" u="none">
              <a:solidFill>
                <a:srgbClr val="000000"/>
              </a:solidFill>
              <a:effectLst/>
              <a:uFillTx/>
              <a:latin typeface="Arial"/>
            </a:endParaRPr>
          </a:p>
        </p:txBody>
      </p:sp>
      <p:sp>
        <p:nvSpPr>
          <p:cNvPr id="88" name="Прямоугольник 26"/>
          <p:cNvSpPr/>
          <p:nvPr/>
        </p:nvSpPr>
        <p:spPr>
          <a:xfrm>
            <a:off x="0" y="6146280"/>
            <a:ext cx="9148320" cy="723960"/>
          </a:xfrm>
          <a:prstGeom prst="rect">
            <a:avLst/>
          </a:prstGeom>
          <a:gradFill rotWithShape="0">
            <a:gsLst>
              <a:gs pos="35000">
                <a:srgbClr val="36acd8"/>
              </a:gs>
              <a:gs pos="78000">
                <a:srgbClr val="2e6ca4"/>
              </a:gs>
              <a:gs pos="100000">
                <a:srgbClr val="2e76a5"/>
              </a:gs>
            </a:gsLst>
            <a:lin ang="1080000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defTabSz="914400">
              <a:lnSpc>
                <a:spcPct val="100000"/>
              </a:lnSpc>
            </a:pPr>
            <a:endParaRPr b="0" lang="en-GB" sz="1800" strike="noStrike" u="none">
              <a:solidFill>
                <a:schemeClr val="lt1"/>
              </a:solidFill>
              <a:effectLst/>
              <a:uFillTx/>
              <a:latin typeface="Calibri"/>
            </a:endParaRPr>
          </a:p>
        </p:txBody>
      </p:sp>
      <p:pic>
        <p:nvPicPr>
          <p:cNvPr id="89" name="Picture 5" descr="A blue and black logo&#10;&#10;Description automatically generated"/>
          <p:cNvPicPr/>
          <p:nvPr/>
        </p:nvPicPr>
        <p:blipFill>
          <a:blip r:embed="rId3"/>
          <a:stretch/>
        </p:blipFill>
        <p:spPr>
          <a:xfrm>
            <a:off x="7293960" y="6266160"/>
            <a:ext cx="828000" cy="280800"/>
          </a:xfrm>
          <a:prstGeom prst="rect">
            <a:avLst/>
          </a:prstGeom>
          <a:noFill/>
          <a:ln w="0">
            <a:noFill/>
          </a:ln>
        </p:spPr>
      </p:pic>
      <p:pic>
        <p:nvPicPr>
          <p:cNvPr id="90" name="Picture 7" descr="A blue text on a black background&#10;&#10;Description automatically generated"/>
          <p:cNvPicPr/>
          <p:nvPr/>
        </p:nvPicPr>
        <p:blipFill>
          <a:blip r:embed="rId4"/>
          <a:stretch/>
        </p:blipFill>
        <p:spPr>
          <a:xfrm>
            <a:off x="8315640" y="6271920"/>
            <a:ext cx="749880" cy="269280"/>
          </a:xfrm>
          <a:prstGeom prst="rect">
            <a:avLst/>
          </a:prstGeom>
          <a:noFill/>
          <a:ln w="0">
            <a:noFill/>
          </a:ln>
        </p:spPr>
      </p:pic>
      <p:pic>
        <p:nvPicPr>
          <p:cNvPr id="91" name="Рисунок 31" descr="Изображение выглядит как текст, снимок экрана, Шрифт, Графика&#10;&#10;Автоматически созданное описание"/>
          <p:cNvPicPr/>
          <p:nvPr/>
        </p:nvPicPr>
        <p:blipFill>
          <a:blip r:embed="rId5"/>
          <a:stretch/>
        </p:blipFill>
        <p:spPr>
          <a:xfrm>
            <a:off x="-228240" y="5824440"/>
            <a:ext cx="1586160" cy="1428120"/>
          </a:xfrm>
          <a:prstGeom prst="rect">
            <a:avLst/>
          </a:prstGeom>
          <a:noFill/>
          <a:ln w="0">
            <a:noFill/>
          </a:ln>
        </p:spPr>
      </p:pic>
      <p:pic>
        <p:nvPicPr>
          <p:cNvPr id="92" name="Рисунок 32" descr="Изображение выглядит как текст, символ, логотип, эмблема&#10;&#10;Автоматически созданное описание"/>
          <p:cNvPicPr/>
          <p:nvPr/>
        </p:nvPicPr>
        <p:blipFill>
          <a:blip r:embed="rId6"/>
          <a:stretch/>
        </p:blipFill>
        <p:spPr>
          <a:xfrm>
            <a:off x="5482800" y="6247080"/>
            <a:ext cx="824040" cy="618120"/>
          </a:xfrm>
          <a:prstGeom prst="rect">
            <a:avLst/>
          </a:prstGeom>
          <a:noFill/>
          <a:ln w="0">
            <a:noFill/>
          </a:ln>
        </p:spPr>
      </p:pic>
      <p:pic>
        <p:nvPicPr>
          <p:cNvPr id="93" name="Рисунок 33" descr="Изображение выглядит как Шрифт, Графика, текст, круг&#10;&#10;Автоматически созданное описание"/>
          <p:cNvPicPr/>
          <p:nvPr/>
        </p:nvPicPr>
        <p:blipFill>
          <a:blip r:embed="rId7"/>
          <a:stretch/>
        </p:blipFill>
        <p:spPr>
          <a:xfrm>
            <a:off x="1195200" y="6290280"/>
            <a:ext cx="783360" cy="401400"/>
          </a:xfrm>
          <a:prstGeom prst="rect">
            <a:avLst/>
          </a:prstGeom>
          <a:noFill/>
          <a:ln w="0">
            <a:noFill/>
          </a:ln>
        </p:spPr>
      </p:pic>
      <p:pic>
        <p:nvPicPr>
          <p:cNvPr id="94" name="Рисунок 34" descr="Изображение выглядит как круг, сфера, планета, полнолуние&#10;&#10;Автоматически созданное описание"/>
          <p:cNvPicPr/>
          <p:nvPr/>
        </p:nvPicPr>
        <p:blipFill>
          <a:blip r:embed="rId8"/>
          <a:stretch/>
        </p:blipFill>
        <p:spPr>
          <a:xfrm>
            <a:off x="4861800" y="6199560"/>
            <a:ext cx="535320" cy="618120"/>
          </a:xfrm>
          <a:prstGeom prst="rect">
            <a:avLst/>
          </a:prstGeom>
          <a:noFill/>
          <a:ln w="0">
            <a:noFill/>
          </a:ln>
        </p:spPr>
      </p:pic>
      <p:pic>
        <p:nvPicPr>
          <p:cNvPr id="95" name="Объект 23" descr=""/>
          <p:cNvPicPr/>
          <p:nvPr/>
        </p:nvPicPr>
        <p:blipFill>
          <a:blip r:embed="rId9"/>
          <a:stretch/>
        </p:blipFill>
        <p:spPr>
          <a:xfrm>
            <a:off x="2227320" y="6233040"/>
            <a:ext cx="749880" cy="506880"/>
          </a:xfrm>
          <a:prstGeom prst="rect">
            <a:avLst/>
          </a:prstGeom>
          <a:noFill/>
          <a:ln w="0">
            <a:noFill/>
          </a:ln>
        </p:spPr>
      </p:pic>
      <p:pic>
        <p:nvPicPr>
          <p:cNvPr id="96" name="Рисунок 36" descr="Изображение выглядит как текст, Графика, Шрифт, графический дизайн&#10;&#10;Автоматически созданное описание"/>
          <p:cNvPicPr/>
          <p:nvPr/>
        </p:nvPicPr>
        <p:blipFill>
          <a:blip r:embed="rId10"/>
          <a:stretch/>
        </p:blipFill>
        <p:spPr>
          <a:xfrm>
            <a:off x="6508800" y="6171120"/>
            <a:ext cx="597240" cy="597240"/>
          </a:xfrm>
          <a:prstGeom prst="rect">
            <a:avLst/>
          </a:prstGeom>
          <a:noFill/>
          <a:ln w="0">
            <a:noFill/>
          </a:ln>
        </p:spPr>
      </p:pic>
      <p:pic>
        <p:nvPicPr>
          <p:cNvPr id="97" name="Рисунок 37" descr="Изображение выглядит как текст, Шрифт, Графика, графический дизайн&#10;&#10;Автоматически созданное описание"/>
          <p:cNvPicPr/>
          <p:nvPr/>
        </p:nvPicPr>
        <p:blipFill>
          <a:blip r:embed="rId11"/>
          <a:stretch/>
        </p:blipFill>
        <p:spPr>
          <a:xfrm>
            <a:off x="3225960" y="6229800"/>
            <a:ext cx="555840" cy="493560"/>
          </a:xfrm>
          <a:prstGeom prst="rect">
            <a:avLst/>
          </a:prstGeom>
          <a:noFill/>
          <a:ln w="0">
            <a:noFill/>
          </a:ln>
        </p:spPr>
      </p:pic>
      <p:pic>
        <p:nvPicPr>
          <p:cNvPr id="98" name="Picture 2" descr=""/>
          <p:cNvPicPr/>
          <p:nvPr/>
        </p:nvPicPr>
        <p:blipFill>
          <a:blip r:embed="rId12"/>
          <a:stretch/>
        </p:blipFill>
        <p:spPr>
          <a:xfrm>
            <a:off x="4082040" y="6233040"/>
            <a:ext cx="510840" cy="506880"/>
          </a:xfrm>
          <a:prstGeom prst="rect">
            <a:avLst/>
          </a:prstGeom>
          <a:noFill/>
          <a:ln w="0">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9" name="Прямоугольник 4"/>
          <p:cNvSpPr/>
          <p:nvPr/>
        </p:nvSpPr>
        <p:spPr>
          <a:xfrm>
            <a:off x="-5760" y="0"/>
            <a:ext cx="9148320" cy="723960"/>
          </a:xfrm>
          <a:prstGeom prst="rect">
            <a:avLst/>
          </a:prstGeom>
          <a:gradFill rotWithShape="0">
            <a:gsLst>
              <a:gs pos="35000">
                <a:srgbClr val="36acd8"/>
              </a:gs>
              <a:gs pos="78000">
                <a:srgbClr val="2e6ca4"/>
              </a:gs>
              <a:gs pos="100000">
                <a:srgbClr val="2e76a5"/>
              </a:gs>
            </a:gsLst>
            <a:lin ang="1080000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100" name="Прямоугольник 5"/>
          <p:cNvSpPr/>
          <p:nvPr/>
        </p:nvSpPr>
        <p:spPr>
          <a:xfrm>
            <a:off x="8604360" y="-2880"/>
            <a:ext cx="205200" cy="795240"/>
          </a:xfrm>
          <a:prstGeom prst="rect">
            <a:avLst/>
          </a:prstGeom>
          <a:solidFill>
            <a:srgbClr val="ffffff"/>
          </a:solidFill>
          <a:ln>
            <a:noFill/>
          </a:ln>
        </p:spPr>
        <p:style>
          <a:lnRef idx="2">
            <a:schemeClr val="accent1"/>
          </a:lnRef>
          <a:fillRef idx="1">
            <a:schemeClr val="l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dk1"/>
              </a:solidFill>
              <a:effectLst/>
              <a:uFillTx/>
              <a:latin typeface="Calibri"/>
            </a:endParaRPr>
          </a:p>
        </p:txBody>
      </p:sp>
      <p:sp>
        <p:nvSpPr>
          <p:cNvPr id="101" name="Пятиугольник 2"/>
          <p:cNvSpPr/>
          <p:nvPr/>
        </p:nvSpPr>
        <p:spPr>
          <a:xfrm rot="5400000">
            <a:off x="7560" y="100440"/>
            <a:ext cx="900360" cy="696960"/>
          </a:xfrm>
          <a:prstGeom prst="homePlate">
            <a:avLst>
              <a:gd name="adj" fmla="val 22381"/>
            </a:avLst>
          </a:prstGeom>
          <a:solidFill>
            <a:srgbClr val="1cbaeb"/>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ru-RU" sz="1800" strike="noStrike" u="none">
              <a:solidFill>
                <a:schemeClr val="lt1"/>
              </a:solidFill>
              <a:effectLst/>
              <a:uFillTx/>
              <a:latin typeface="Calibri"/>
            </a:endParaRPr>
          </a:p>
        </p:txBody>
      </p:sp>
      <p:pic>
        <p:nvPicPr>
          <p:cNvPr id="102" name="Рисунок 9" descr=""/>
          <p:cNvPicPr/>
          <p:nvPr/>
        </p:nvPicPr>
        <p:blipFill>
          <a:blip r:embed="rId1"/>
          <a:stretch/>
        </p:blipFill>
        <p:spPr>
          <a:xfrm>
            <a:off x="170640" y="276120"/>
            <a:ext cx="592200" cy="304200"/>
          </a:xfrm>
          <a:prstGeom prst="rect">
            <a:avLst/>
          </a:prstGeom>
          <a:noFill/>
          <a:ln w="0">
            <a:noFill/>
          </a:ln>
        </p:spPr>
      </p:pic>
      <p:sp>
        <p:nvSpPr>
          <p:cNvPr id="103" name="PlaceHolder 1"/>
          <p:cNvSpPr>
            <a:spLocks noGrp="1"/>
          </p:cNvSpPr>
          <p:nvPr>
            <p:ph type="title"/>
          </p:nvPr>
        </p:nvSpPr>
        <p:spPr>
          <a:xfrm>
            <a:off x="240840" y="58320"/>
            <a:ext cx="3310200" cy="370440"/>
          </a:xfrm>
          <a:prstGeom prst="rect">
            <a:avLst/>
          </a:prstGeom>
          <a:noFill/>
          <a:ln w="0">
            <a:noFill/>
          </a:ln>
        </p:spPr>
        <p:txBody>
          <a:bodyPr lIns="91440" rIns="91440" tIns="45720" bIns="45720" anchor="ctr">
            <a:spAutoFit/>
          </a:bodyPr>
          <a:p>
            <a:pPr indent="0" algn="ctr" defTabSz="685800">
              <a:lnSpc>
                <a:spcPct val="90000"/>
              </a:lnSpc>
              <a:buNone/>
              <a:tabLst>
                <a:tab algn="l" pos="0"/>
              </a:tabLst>
            </a:pPr>
            <a:r>
              <a:rPr b="1" lang="en-US" sz="2000" strike="noStrike" u="none">
                <a:solidFill>
                  <a:schemeClr val="lt1"/>
                </a:solidFill>
                <a:effectLst/>
                <a:uFillTx/>
                <a:latin typeface="Times New Roman"/>
                <a:ea typeface="Times New Roman"/>
              </a:rPr>
              <a:t>20</a:t>
            </a:r>
            <a:r>
              <a:rPr b="1" lang="uk-UA" sz="2000" strike="noStrike" u="none">
                <a:solidFill>
                  <a:schemeClr val="lt1"/>
                </a:solidFill>
                <a:effectLst/>
                <a:uFillTx/>
                <a:latin typeface="Times New Roman"/>
                <a:ea typeface="Times New Roman"/>
              </a:rPr>
              <a:t>2</a:t>
            </a:r>
            <a:r>
              <a:rPr b="1" lang="ru-RU" sz="2000" strike="noStrike" u="none">
                <a:solidFill>
                  <a:schemeClr val="lt1"/>
                </a:solidFill>
                <a:effectLst/>
                <a:uFillTx/>
                <a:latin typeface="Times New Roman"/>
                <a:ea typeface="Times New Roman"/>
              </a:rPr>
              <a:t>6</a:t>
            </a:r>
            <a:r>
              <a:rPr b="1" lang="en-US" sz="2000" strike="noStrike" u="none">
                <a:solidFill>
                  <a:schemeClr val="lt1"/>
                </a:solidFill>
                <a:effectLst/>
                <a:uFillTx/>
                <a:latin typeface="Times New Roman"/>
                <a:ea typeface="Times New Roman"/>
              </a:rPr>
              <a:t> IEEE SIST</a:t>
            </a:r>
            <a:endParaRPr b="0" lang="en-US" sz="2000" strike="noStrike" u="none">
              <a:solidFill>
                <a:srgbClr val="000000"/>
              </a:solidFill>
              <a:effectLst/>
              <a:uFillTx/>
              <a:latin typeface="Arial"/>
            </a:endParaRPr>
          </a:p>
        </p:txBody>
      </p:sp>
      <p:pic>
        <p:nvPicPr>
          <p:cNvPr id="104" name="Рисунок 10" descr=""/>
          <p:cNvPicPr/>
          <p:nvPr/>
        </p:nvPicPr>
        <p:blipFill>
          <a:blip r:embed="rId2"/>
          <a:stretch/>
        </p:blipFill>
        <p:spPr>
          <a:xfrm>
            <a:off x="7839720" y="-2880"/>
            <a:ext cx="1302840" cy="795240"/>
          </a:xfrm>
          <a:prstGeom prst="rect">
            <a:avLst/>
          </a:prstGeom>
          <a:noFill/>
          <a:ln w="0">
            <a:noFill/>
          </a:ln>
        </p:spPr>
      </p:pic>
      <p:sp>
        <p:nvSpPr>
          <p:cNvPr id="105" name="PlaceHolder 2"/>
          <p:cNvSpPr>
            <a:spLocks noGrp="1"/>
          </p:cNvSpPr>
          <p:nvPr>
            <p:ph/>
          </p:nvPr>
        </p:nvSpPr>
        <p:spPr>
          <a:xfrm>
            <a:off x="372600" y="1568160"/>
            <a:ext cx="4113720" cy="3688560"/>
          </a:xfrm>
          <a:prstGeom prst="rect">
            <a:avLst/>
          </a:prstGeom>
          <a:noFill/>
          <a:ln w="0">
            <a:noFill/>
          </a:ln>
        </p:spPr>
        <p:txBody>
          <a:bodyPr lIns="91440" rIns="91440" tIns="45720" bIns="45720" anchor="t" anchorCtr="1">
            <a:noAutofit/>
          </a:bodyPr>
          <a:p>
            <a:pPr marL="171360" indent="0" defTabSz="685800">
              <a:lnSpc>
                <a:spcPct val="90000"/>
              </a:lnSpc>
              <a:spcBef>
                <a:spcPts val="751"/>
              </a:spcBef>
              <a:buNone/>
              <a:tabLst>
                <a:tab algn="l" pos="0"/>
              </a:tabLst>
            </a:pPr>
            <a:r>
              <a:rPr b="0" lang="en-US" sz="2100" strike="noStrike" u="none">
                <a:solidFill>
                  <a:schemeClr val="dk1"/>
                </a:solidFill>
                <a:effectLst/>
                <a:uFillTx/>
                <a:latin typeface="Calibri"/>
              </a:rPr>
              <a:t>Complexity management in IT infrastructures</a:t>
            </a:r>
            <a:endParaRPr b="0" lang="en-US" sz="2100" strike="noStrike" u="none">
              <a:solidFill>
                <a:srgbClr val="000000"/>
              </a:solidFill>
              <a:effectLst/>
              <a:uFillTx/>
              <a:latin typeface="Arial"/>
            </a:endParaRPr>
          </a:p>
          <a:p>
            <a:pPr lvl="1" marL="864000" indent="-324000" algn="just" defTabSz="685800">
              <a:lnSpc>
                <a:spcPct val="90000"/>
              </a:lnSpc>
              <a:spcBef>
                <a:spcPts val="1134"/>
              </a:spcBef>
              <a:buClr>
                <a:srgbClr val="000000"/>
              </a:buClr>
              <a:buSzPct val="75000"/>
              <a:buFont typeface="Symbol" charset="2"/>
              <a:buChar char=""/>
              <a:tabLst>
                <a:tab algn="l" pos="0"/>
              </a:tabLst>
            </a:pPr>
            <a:r>
              <a:rPr b="0" lang="en-US" sz="1500" strike="noStrike" u="none">
                <a:solidFill>
                  <a:schemeClr val="dk1"/>
                </a:solidFill>
                <a:effectLst/>
                <a:uFillTx/>
                <a:latin typeface="Calibri"/>
              </a:rPr>
              <a:t>The computing ecosystem and its service models have evolved gradually becoming increasingly commercialized to meet customer demands and scaling issues.</a:t>
            </a:r>
            <a:endParaRPr b="0" lang="en-US" sz="1500" strike="noStrike" u="none">
              <a:solidFill>
                <a:srgbClr val="000000"/>
              </a:solidFill>
              <a:effectLst/>
              <a:uFillTx/>
              <a:latin typeface="Arial"/>
            </a:endParaRPr>
          </a:p>
          <a:p>
            <a:pPr lvl="1" marL="864000" indent="-324000" algn="just" defTabSz="685800">
              <a:lnSpc>
                <a:spcPct val="90000"/>
              </a:lnSpc>
              <a:spcBef>
                <a:spcPts val="1134"/>
              </a:spcBef>
              <a:buClr>
                <a:srgbClr val="000000"/>
              </a:buClr>
              <a:buSzPct val="75000"/>
              <a:buFont typeface="Symbol" charset="2"/>
              <a:buChar char=""/>
              <a:tabLst>
                <a:tab algn="l" pos="0"/>
              </a:tabLst>
            </a:pPr>
            <a:r>
              <a:rPr b="0" lang="en-US" sz="1500" strike="noStrike" u="none">
                <a:solidFill>
                  <a:schemeClr val="dk1"/>
                </a:solidFill>
                <a:effectLst/>
                <a:uFillTx/>
                <a:latin typeface="Calibri"/>
              </a:rPr>
              <a:t>As IT infrastructure has expanded with its complexity. For example, codification established the paradigm of Infrastructure-as-Code (IaC) to provide maintenance by means of self-documenting code, as shown in Figure 1.</a:t>
            </a:r>
            <a:endParaRPr b="0" lang="en-US" sz="1500" strike="noStrike" u="none">
              <a:solidFill>
                <a:srgbClr val="000000"/>
              </a:solidFill>
              <a:effectLst/>
              <a:uFillTx/>
              <a:latin typeface="Arial"/>
            </a:endParaRPr>
          </a:p>
        </p:txBody>
      </p:sp>
      <p:sp>
        <p:nvSpPr>
          <p:cNvPr id="106" name="Прямоугольник 6"/>
          <p:cNvSpPr/>
          <p:nvPr/>
        </p:nvSpPr>
        <p:spPr>
          <a:xfrm>
            <a:off x="0" y="6146280"/>
            <a:ext cx="9148320" cy="723960"/>
          </a:xfrm>
          <a:prstGeom prst="rect">
            <a:avLst/>
          </a:prstGeom>
          <a:gradFill rotWithShape="0">
            <a:gsLst>
              <a:gs pos="35000">
                <a:srgbClr val="36acd8"/>
              </a:gs>
              <a:gs pos="78000">
                <a:srgbClr val="2e6ca4"/>
              </a:gs>
              <a:gs pos="100000">
                <a:srgbClr val="2e76a5"/>
              </a:gs>
            </a:gsLst>
            <a:lin ang="1080000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GB" sz="1800" strike="noStrike" u="none">
              <a:solidFill>
                <a:schemeClr val="lt1"/>
              </a:solidFill>
              <a:effectLst/>
              <a:uFillTx/>
              <a:latin typeface="Calibri"/>
            </a:endParaRPr>
          </a:p>
        </p:txBody>
      </p:sp>
      <p:pic>
        <p:nvPicPr>
          <p:cNvPr id="107" name="Picture 6" descr="A blue and black logo&#10;&#10;Description automatically generated"/>
          <p:cNvPicPr/>
          <p:nvPr/>
        </p:nvPicPr>
        <p:blipFill>
          <a:blip r:embed="rId3"/>
          <a:stretch/>
        </p:blipFill>
        <p:spPr>
          <a:xfrm>
            <a:off x="7293960" y="6266160"/>
            <a:ext cx="828000" cy="280800"/>
          </a:xfrm>
          <a:prstGeom prst="rect">
            <a:avLst/>
          </a:prstGeom>
          <a:noFill/>
          <a:ln w="0">
            <a:noFill/>
          </a:ln>
        </p:spPr>
      </p:pic>
      <p:pic>
        <p:nvPicPr>
          <p:cNvPr id="108" name="Picture 8" descr="A blue text on a black background&#10;&#10;Description automatically generated"/>
          <p:cNvPicPr/>
          <p:nvPr/>
        </p:nvPicPr>
        <p:blipFill>
          <a:blip r:embed="rId4"/>
          <a:stretch/>
        </p:blipFill>
        <p:spPr>
          <a:xfrm>
            <a:off x="8315640" y="6271920"/>
            <a:ext cx="749880" cy="269280"/>
          </a:xfrm>
          <a:prstGeom prst="rect">
            <a:avLst/>
          </a:prstGeom>
          <a:noFill/>
          <a:ln w="0">
            <a:noFill/>
          </a:ln>
        </p:spPr>
      </p:pic>
      <p:pic>
        <p:nvPicPr>
          <p:cNvPr id="109" name="Рисунок 11" descr="Изображение выглядит как текст, снимок экрана, Шрифт, Графика&#10;&#10;Автоматически созданное описание"/>
          <p:cNvPicPr/>
          <p:nvPr/>
        </p:nvPicPr>
        <p:blipFill>
          <a:blip r:embed="rId5"/>
          <a:stretch/>
        </p:blipFill>
        <p:spPr>
          <a:xfrm>
            <a:off x="-228240" y="5824440"/>
            <a:ext cx="1586160" cy="1428120"/>
          </a:xfrm>
          <a:prstGeom prst="rect">
            <a:avLst/>
          </a:prstGeom>
          <a:noFill/>
          <a:ln w="0">
            <a:noFill/>
          </a:ln>
        </p:spPr>
      </p:pic>
      <p:pic>
        <p:nvPicPr>
          <p:cNvPr id="110" name="Рисунок 14" descr="Изображение выглядит как текст, символ, логотип, эмблема&#10;&#10;Автоматически созданное описание"/>
          <p:cNvPicPr/>
          <p:nvPr/>
        </p:nvPicPr>
        <p:blipFill>
          <a:blip r:embed="rId6"/>
          <a:stretch/>
        </p:blipFill>
        <p:spPr>
          <a:xfrm>
            <a:off x="5482800" y="6247080"/>
            <a:ext cx="824040" cy="618120"/>
          </a:xfrm>
          <a:prstGeom prst="rect">
            <a:avLst/>
          </a:prstGeom>
          <a:noFill/>
          <a:ln w="0">
            <a:noFill/>
          </a:ln>
        </p:spPr>
      </p:pic>
      <p:pic>
        <p:nvPicPr>
          <p:cNvPr id="111" name="Рисунок 15" descr="Изображение выглядит как Шрифт, Графика, текст, круг&#10;&#10;Автоматически созданное описание"/>
          <p:cNvPicPr/>
          <p:nvPr/>
        </p:nvPicPr>
        <p:blipFill>
          <a:blip r:embed="rId7"/>
          <a:stretch/>
        </p:blipFill>
        <p:spPr>
          <a:xfrm>
            <a:off x="1195200" y="6290280"/>
            <a:ext cx="783360" cy="401400"/>
          </a:xfrm>
          <a:prstGeom prst="rect">
            <a:avLst/>
          </a:prstGeom>
          <a:noFill/>
          <a:ln w="0">
            <a:noFill/>
          </a:ln>
        </p:spPr>
      </p:pic>
      <p:pic>
        <p:nvPicPr>
          <p:cNvPr id="112" name="Рисунок 16" descr="Изображение выглядит как круг, сфера, планета, полнолуние&#10;&#10;Автоматически созданное описание"/>
          <p:cNvPicPr/>
          <p:nvPr/>
        </p:nvPicPr>
        <p:blipFill>
          <a:blip r:embed="rId8"/>
          <a:stretch/>
        </p:blipFill>
        <p:spPr>
          <a:xfrm>
            <a:off x="4861800" y="6199560"/>
            <a:ext cx="535320" cy="618120"/>
          </a:xfrm>
          <a:prstGeom prst="rect">
            <a:avLst/>
          </a:prstGeom>
          <a:noFill/>
          <a:ln w="0">
            <a:noFill/>
          </a:ln>
        </p:spPr>
      </p:pic>
      <p:pic>
        <p:nvPicPr>
          <p:cNvPr id="113" name="Объект 4" descr=""/>
          <p:cNvPicPr/>
          <p:nvPr/>
        </p:nvPicPr>
        <p:blipFill>
          <a:blip r:embed="rId9"/>
          <a:stretch/>
        </p:blipFill>
        <p:spPr>
          <a:xfrm>
            <a:off x="2227320" y="6233040"/>
            <a:ext cx="749880" cy="506880"/>
          </a:xfrm>
          <a:prstGeom prst="rect">
            <a:avLst/>
          </a:prstGeom>
          <a:noFill/>
          <a:ln w="0">
            <a:noFill/>
          </a:ln>
        </p:spPr>
      </p:pic>
      <p:pic>
        <p:nvPicPr>
          <p:cNvPr id="114" name="Рисунок 17" descr="Изображение выглядит как текст, Графика, Шрифт, графический дизайн&#10;&#10;Автоматически созданное описание"/>
          <p:cNvPicPr/>
          <p:nvPr/>
        </p:nvPicPr>
        <p:blipFill>
          <a:blip r:embed="rId10"/>
          <a:stretch/>
        </p:blipFill>
        <p:spPr>
          <a:xfrm>
            <a:off x="6508800" y="6171120"/>
            <a:ext cx="597240" cy="597240"/>
          </a:xfrm>
          <a:prstGeom prst="rect">
            <a:avLst/>
          </a:prstGeom>
          <a:noFill/>
          <a:ln w="0">
            <a:noFill/>
          </a:ln>
        </p:spPr>
      </p:pic>
      <p:pic>
        <p:nvPicPr>
          <p:cNvPr id="115" name="Рисунок 18" descr="Изображение выглядит как текст, Шрифт, Графика, графический дизайн&#10;&#10;Автоматически созданное описание"/>
          <p:cNvPicPr/>
          <p:nvPr/>
        </p:nvPicPr>
        <p:blipFill>
          <a:blip r:embed="rId11"/>
          <a:stretch/>
        </p:blipFill>
        <p:spPr>
          <a:xfrm>
            <a:off x="3225960" y="6229800"/>
            <a:ext cx="555840" cy="493560"/>
          </a:xfrm>
          <a:prstGeom prst="rect">
            <a:avLst/>
          </a:prstGeom>
          <a:noFill/>
          <a:ln w="0">
            <a:noFill/>
          </a:ln>
        </p:spPr>
      </p:pic>
      <p:pic>
        <p:nvPicPr>
          <p:cNvPr id="116" name="Picture 9" descr=""/>
          <p:cNvPicPr/>
          <p:nvPr/>
        </p:nvPicPr>
        <p:blipFill>
          <a:blip r:embed="rId12"/>
          <a:stretch/>
        </p:blipFill>
        <p:spPr>
          <a:xfrm>
            <a:off x="4082040" y="6233040"/>
            <a:ext cx="510840" cy="506880"/>
          </a:xfrm>
          <a:prstGeom prst="rect">
            <a:avLst/>
          </a:prstGeom>
          <a:noFill/>
          <a:ln w="0">
            <a:noFill/>
          </a:ln>
        </p:spPr>
      </p:pic>
      <p:pic>
        <p:nvPicPr>
          <p:cNvPr id="117" name="" descr=""/>
          <p:cNvPicPr/>
          <p:nvPr/>
        </p:nvPicPr>
        <p:blipFill>
          <a:blip r:embed="rId13"/>
          <a:stretch/>
        </p:blipFill>
        <p:spPr>
          <a:xfrm>
            <a:off x="4716000" y="2129400"/>
            <a:ext cx="3885120" cy="1864080"/>
          </a:xfrm>
          <a:prstGeom prst="rect">
            <a:avLst/>
          </a:prstGeom>
          <a:noFill/>
          <a:ln w="0">
            <a:noFill/>
          </a:ln>
        </p:spPr>
      </p:pic>
      <p:sp>
        <p:nvSpPr>
          <p:cNvPr id="118" name=""/>
          <p:cNvSpPr/>
          <p:nvPr/>
        </p:nvSpPr>
        <p:spPr>
          <a:xfrm>
            <a:off x="4716000" y="4106160"/>
            <a:ext cx="3849120" cy="601200"/>
          </a:xfrm>
          <a:prstGeom prst="rect">
            <a:avLst/>
          </a:prstGeom>
          <a:noFill/>
          <a:ln w="0">
            <a:noFill/>
          </a:ln>
        </p:spPr>
        <p:style>
          <a:lnRef idx="0"/>
          <a:fillRef idx="0"/>
          <a:effectRef idx="0"/>
          <a:fontRef idx="minor"/>
        </p:style>
        <p:txBody>
          <a:bodyPr lIns="90000" rIns="90000" tIns="45000" bIns="45000" anchor="t">
            <a:spAutoFit/>
          </a:bodyPr>
          <a:p>
            <a:pPr algn="just">
              <a:lnSpc>
                <a:spcPct val="100000"/>
              </a:lnSpc>
            </a:pPr>
            <a:r>
              <a:rPr b="0" lang="en-US" sz="1200" strike="noStrike" u="none">
                <a:solidFill>
                  <a:srgbClr val="000000"/>
                </a:solidFill>
                <a:effectLst/>
                <a:uFillTx/>
                <a:latin typeface="Arial"/>
              </a:rPr>
              <a:t>Figure 1: Processes of applying changes to servers: (1) Manually. (2) Via IaC pipeline as a self-documenting system.</a:t>
            </a:r>
            <a:endParaRPr b="0" lang="en-US" sz="12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 name="Прямоугольник 7"/>
          <p:cNvSpPr/>
          <p:nvPr/>
        </p:nvSpPr>
        <p:spPr>
          <a:xfrm>
            <a:off x="-5760" y="0"/>
            <a:ext cx="9148320" cy="723960"/>
          </a:xfrm>
          <a:prstGeom prst="rect">
            <a:avLst/>
          </a:prstGeom>
          <a:gradFill rotWithShape="0">
            <a:gsLst>
              <a:gs pos="35000">
                <a:srgbClr val="36acd8"/>
              </a:gs>
              <a:gs pos="78000">
                <a:srgbClr val="2e6ca4"/>
              </a:gs>
              <a:gs pos="100000">
                <a:srgbClr val="2e76a5"/>
              </a:gs>
            </a:gsLst>
            <a:lin ang="1080000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120" name="Прямоугольник 8"/>
          <p:cNvSpPr/>
          <p:nvPr/>
        </p:nvSpPr>
        <p:spPr>
          <a:xfrm>
            <a:off x="8604360" y="-2880"/>
            <a:ext cx="205200" cy="795240"/>
          </a:xfrm>
          <a:prstGeom prst="rect">
            <a:avLst/>
          </a:prstGeom>
          <a:solidFill>
            <a:srgbClr val="ffffff"/>
          </a:solidFill>
          <a:ln>
            <a:noFill/>
          </a:ln>
        </p:spPr>
        <p:style>
          <a:lnRef idx="2">
            <a:schemeClr val="accent1"/>
          </a:lnRef>
          <a:fillRef idx="1">
            <a:schemeClr val="l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dk1"/>
              </a:solidFill>
              <a:effectLst/>
              <a:uFillTx/>
              <a:latin typeface="Calibri"/>
            </a:endParaRPr>
          </a:p>
        </p:txBody>
      </p:sp>
      <p:sp>
        <p:nvSpPr>
          <p:cNvPr id="121" name="Пятиугольник 3"/>
          <p:cNvSpPr/>
          <p:nvPr/>
        </p:nvSpPr>
        <p:spPr>
          <a:xfrm rot="5400000">
            <a:off x="17640" y="100440"/>
            <a:ext cx="900360" cy="696960"/>
          </a:xfrm>
          <a:prstGeom prst="homePlate">
            <a:avLst>
              <a:gd name="adj" fmla="val 22381"/>
            </a:avLst>
          </a:prstGeom>
          <a:solidFill>
            <a:srgbClr val="1cbaeb"/>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ru-RU" sz="1800" strike="noStrike" u="none">
              <a:solidFill>
                <a:schemeClr val="lt1"/>
              </a:solidFill>
              <a:effectLst/>
              <a:uFillTx/>
              <a:latin typeface="Calibri"/>
            </a:endParaRPr>
          </a:p>
        </p:txBody>
      </p:sp>
      <p:pic>
        <p:nvPicPr>
          <p:cNvPr id="122" name="Рисунок 19" descr=""/>
          <p:cNvPicPr/>
          <p:nvPr/>
        </p:nvPicPr>
        <p:blipFill>
          <a:blip r:embed="rId1"/>
          <a:stretch/>
        </p:blipFill>
        <p:spPr>
          <a:xfrm>
            <a:off x="170640" y="276120"/>
            <a:ext cx="592200" cy="304200"/>
          </a:xfrm>
          <a:prstGeom prst="rect">
            <a:avLst/>
          </a:prstGeom>
          <a:noFill/>
          <a:ln w="0">
            <a:noFill/>
          </a:ln>
        </p:spPr>
      </p:pic>
      <p:sp>
        <p:nvSpPr>
          <p:cNvPr id="123" name="PlaceHolder 1"/>
          <p:cNvSpPr>
            <a:spLocks noGrp="1"/>
          </p:cNvSpPr>
          <p:nvPr>
            <p:ph type="title"/>
          </p:nvPr>
        </p:nvSpPr>
        <p:spPr>
          <a:xfrm>
            <a:off x="240840" y="58320"/>
            <a:ext cx="3310200" cy="370440"/>
          </a:xfrm>
          <a:prstGeom prst="rect">
            <a:avLst/>
          </a:prstGeom>
          <a:noFill/>
          <a:ln w="0">
            <a:noFill/>
          </a:ln>
        </p:spPr>
        <p:txBody>
          <a:bodyPr lIns="91440" rIns="91440" tIns="45720" bIns="45720" anchor="ctr">
            <a:spAutoFit/>
          </a:bodyPr>
          <a:p>
            <a:pPr indent="0" algn="ctr" defTabSz="685800">
              <a:lnSpc>
                <a:spcPct val="90000"/>
              </a:lnSpc>
              <a:buNone/>
              <a:tabLst>
                <a:tab algn="l" pos="0"/>
              </a:tabLst>
            </a:pPr>
            <a:r>
              <a:rPr b="1" lang="en-US" sz="2000" strike="noStrike" u="none">
                <a:solidFill>
                  <a:schemeClr val="lt1"/>
                </a:solidFill>
                <a:effectLst/>
                <a:uFillTx/>
                <a:latin typeface="Times New Roman"/>
                <a:ea typeface="Times New Roman"/>
              </a:rPr>
              <a:t>20</a:t>
            </a:r>
            <a:r>
              <a:rPr b="1" lang="uk-UA" sz="2000" strike="noStrike" u="none">
                <a:solidFill>
                  <a:schemeClr val="lt1"/>
                </a:solidFill>
                <a:effectLst/>
                <a:uFillTx/>
                <a:latin typeface="Times New Roman"/>
                <a:ea typeface="Times New Roman"/>
              </a:rPr>
              <a:t>2</a:t>
            </a:r>
            <a:r>
              <a:rPr b="1" lang="ru-RU" sz="2000" strike="noStrike" u="none">
                <a:solidFill>
                  <a:schemeClr val="lt1"/>
                </a:solidFill>
                <a:effectLst/>
                <a:uFillTx/>
                <a:latin typeface="Times New Roman"/>
                <a:ea typeface="Times New Roman"/>
              </a:rPr>
              <a:t>6</a:t>
            </a:r>
            <a:r>
              <a:rPr b="1" lang="en-US" sz="2000" strike="noStrike" u="none">
                <a:solidFill>
                  <a:schemeClr val="lt1"/>
                </a:solidFill>
                <a:effectLst/>
                <a:uFillTx/>
                <a:latin typeface="Times New Roman"/>
                <a:ea typeface="Times New Roman"/>
              </a:rPr>
              <a:t> IEEE SIST</a:t>
            </a:r>
            <a:endParaRPr b="0" lang="en-US" sz="2000" strike="noStrike" u="none">
              <a:solidFill>
                <a:srgbClr val="000000"/>
              </a:solidFill>
              <a:effectLst/>
              <a:uFillTx/>
              <a:latin typeface="Arial"/>
            </a:endParaRPr>
          </a:p>
        </p:txBody>
      </p:sp>
      <p:pic>
        <p:nvPicPr>
          <p:cNvPr id="124" name="Рисунок 20" descr=""/>
          <p:cNvPicPr/>
          <p:nvPr/>
        </p:nvPicPr>
        <p:blipFill>
          <a:blip r:embed="rId2"/>
          <a:stretch/>
        </p:blipFill>
        <p:spPr>
          <a:xfrm>
            <a:off x="7839720" y="-2880"/>
            <a:ext cx="1302840" cy="795240"/>
          </a:xfrm>
          <a:prstGeom prst="rect">
            <a:avLst/>
          </a:prstGeom>
          <a:noFill/>
          <a:ln w="0">
            <a:noFill/>
          </a:ln>
        </p:spPr>
      </p:pic>
      <p:sp>
        <p:nvSpPr>
          <p:cNvPr id="125" name="PlaceHolder 2"/>
          <p:cNvSpPr>
            <a:spLocks noGrp="1"/>
          </p:cNvSpPr>
          <p:nvPr>
            <p:ph/>
          </p:nvPr>
        </p:nvSpPr>
        <p:spPr>
          <a:xfrm>
            <a:off x="228600" y="1335600"/>
            <a:ext cx="4640040" cy="4342320"/>
          </a:xfrm>
          <a:prstGeom prst="rect">
            <a:avLst/>
          </a:prstGeom>
          <a:noFill/>
          <a:ln w="0">
            <a:noFill/>
          </a:ln>
        </p:spPr>
        <p:txBody>
          <a:bodyPr lIns="91440" rIns="91440" tIns="45720" bIns="45720" anchor="t">
            <a:noAutofit/>
          </a:bodyPr>
          <a:p>
            <a:pPr marL="171360" indent="0" algn="just" defTabSz="685800">
              <a:lnSpc>
                <a:spcPct val="90000"/>
              </a:lnSpc>
              <a:spcBef>
                <a:spcPts val="751"/>
              </a:spcBef>
              <a:buNone/>
              <a:tabLst>
                <a:tab algn="l" pos="0"/>
              </a:tabLst>
            </a:pPr>
            <a:r>
              <a:rPr b="0" lang="en-US" sz="2100" strike="noStrike" u="none">
                <a:solidFill>
                  <a:schemeClr val="dk1"/>
                </a:solidFill>
                <a:effectLst/>
                <a:uFillTx/>
                <a:latin typeface="Calibri"/>
              </a:rPr>
              <a:t>Resource management and accounting</a:t>
            </a:r>
            <a:endParaRPr b="0" lang="en-US" sz="2100" strike="noStrike" u="none">
              <a:solidFill>
                <a:srgbClr val="000000"/>
              </a:solidFill>
              <a:effectLst/>
              <a:uFillTx/>
              <a:latin typeface="Arial"/>
            </a:endParaRPr>
          </a:p>
          <a:p>
            <a:pPr marL="864000" indent="0" algn="just" defTabSz="685800">
              <a:lnSpc>
                <a:spcPct val="90000"/>
              </a:lnSpc>
              <a:spcBef>
                <a:spcPts val="1134"/>
              </a:spcBef>
              <a:buNone/>
              <a:tabLst>
                <a:tab algn="l" pos="0"/>
              </a:tabLst>
            </a:pPr>
            <a:r>
              <a:rPr b="0" lang="en-US" sz="1500" strike="noStrike" u="none">
                <a:solidFill>
                  <a:schemeClr val="dk1"/>
                </a:solidFill>
                <a:effectLst/>
                <a:uFillTx/>
                <a:latin typeface="Calibri"/>
                <a:ea typeface="DejaVu Sans"/>
              </a:rPr>
              <a:t>OWASP identified 10 major risks for IT infrastructure in which 5 of them </a:t>
            </a:r>
            <a:r>
              <a:rPr b="0" lang="en-US" sz="1500" strike="noStrike" u="none">
                <a:solidFill>
                  <a:schemeClr val="dk1"/>
                </a:solidFill>
                <a:effectLst/>
                <a:uFillTx/>
                <a:latin typeface="Calibri"/>
                <a:ea typeface="DejaVu Sans"/>
              </a:rPr>
              <a:t>are directly related to IT resources accounting [1]. Usually, solution-</a:t>
            </a:r>
            <a:r>
              <a:rPr b="0" lang="en-US" sz="1500" strike="noStrike" u="none">
                <a:solidFill>
                  <a:schemeClr val="dk1"/>
                </a:solidFill>
                <a:effectLst/>
                <a:uFillTx/>
                <a:latin typeface="Calibri"/>
                <a:ea typeface="DejaVu Sans"/>
              </a:rPr>
              <a:t>specific logic represents about 10% of code while the remainder is </a:t>
            </a:r>
            <a:r>
              <a:rPr b="0" lang="en-US" sz="1500" strike="noStrike" u="none">
                <a:solidFill>
                  <a:schemeClr val="dk1"/>
                </a:solidFill>
                <a:effectLst/>
                <a:uFillTx/>
                <a:latin typeface="Calibri"/>
                <a:ea typeface="DejaVu Sans"/>
              </a:rPr>
              <a:t>third-party dependencies [2].</a:t>
            </a:r>
            <a:endParaRPr b="0" lang="en-US" sz="1500" strike="noStrike" u="none">
              <a:solidFill>
                <a:srgbClr val="000000"/>
              </a:solidFill>
              <a:effectLst/>
              <a:uFillTx/>
              <a:latin typeface="Arial"/>
            </a:endParaRPr>
          </a:p>
          <a:p>
            <a:pPr lvl="1" marL="864000" indent="-324000" algn="just" defTabSz="685800">
              <a:lnSpc>
                <a:spcPct val="90000"/>
              </a:lnSpc>
              <a:spcBef>
                <a:spcPts val="1134"/>
              </a:spcBef>
              <a:buClr>
                <a:srgbClr val="000000"/>
              </a:buClr>
              <a:buSzPct val="75000"/>
              <a:buFont typeface="Symbol" charset="2"/>
              <a:buChar char=""/>
              <a:tabLst>
                <a:tab algn="l" pos="0"/>
              </a:tabLst>
            </a:pPr>
            <a:r>
              <a:rPr b="0" lang="en-US" sz="1500" strike="noStrike" u="none">
                <a:solidFill>
                  <a:schemeClr val="dk1"/>
                </a:solidFill>
                <a:effectLst/>
                <a:uFillTx/>
                <a:latin typeface="Calibri"/>
                <a:ea typeface="DejaVu Sans"/>
              </a:rPr>
              <a:t>Software composition analysis (SCA) acts as structured approach for </a:t>
            </a:r>
            <a:r>
              <a:rPr b="0" lang="en-US" sz="1500" strike="noStrike" u="none">
                <a:solidFill>
                  <a:schemeClr val="dk1"/>
                </a:solidFill>
                <a:effectLst/>
                <a:uFillTx/>
                <a:latin typeface="Calibri"/>
                <a:ea typeface="DejaVu Sans"/>
              </a:rPr>
              <a:t>collecting and accounting software components.</a:t>
            </a:r>
            <a:endParaRPr b="0" lang="en-US" sz="1500" strike="noStrike" u="none">
              <a:solidFill>
                <a:srgbClr val="000000"/>
              </a:solidFill>
              <a:effectLst/>
              <a:uFillTx/>
              <a:latin typeface="Arial"/>
            </a:endParaRPr>
          </a:p>
          <a:p>
            <a:pPr lvl="1" marL="864000" indent="-324000" algn="just" defTabSz="685800">
              <a:lnSpc>
                <a:spcPct val="90000"/>
              </a:lnSpc>
              <a:spcBef>
                <a:spcPts val="1134"/>
              </a:spcBef>
              <a:buClr>
                <a:srgbClr val="000000"/>
              </a:buClr>
              <a:buSzPct val="75000"/>
              <a:buFont typeface="Symbol" charset="2"/>
              <a:buChar char=""/>
              <a:tabLst>
                <a:tab algn="l" pos="0"/>
              </a:tabLst>
            </a:pPr>
            <a:r>
              <a:rPr b="0" lang="en-US" sz="1500" strike="noStrike" u="none">
                <a:solidFill>
                  <a:schemeClr val="dk1"/>
                </a:solidFill>
                <a:effectLst/>
                <a:uFillTx/>
                <a:latin typeface="Calibri"/>
                <a:ea typeface="DejaVu Sans"/>
              </a:rPr>
              <a:t>As shown in Figure 2, a script in the Python programming language is </a:t>
            </a:r>
            <a:r>
              <a:rPr b="0" lang="en-US" sz="1500" strike="noStrike" u="none">
                <a:solidFill>
                  <a:schemeClr val="dk1"/>
                </a:solidFill>
                <a:effectLst/>
                <a:uFillTx/>
                <a:latin typeface="Calibri"/>
                <a:ea typeface="DejaVu Sans"/>
              </a:rPr>
              <a:t>only a internal dependency on the surface, where everything else is </a:t>
            </a:r>
            <a:r>
              <a:rPr b="0" lang="en-US" sz="1500" strike="noStrike" u="none">
                <a:solidFill>
                  <a:schemeClr val="dk1"/>
                </a:solidFill>
                <a:effectLst/>
                <a:uFillTx/>
                <a:latin typeface="Calibri"/>
                <a:ea typeface="DejaVu Sans"/>
              </a:rPr>
              <a:t>third-party components.</a:t>
            </a:r>
            <a:endParaRPr b="0" lang="en-US" sz="1500" strike="noStrike" u="none">
              <a:solidFill>
                <a:srgbClr val="000000"/>
              </a:solidFill>
              <a:effectLst/>
              <a:uFillTx/>
              <a:latin typeface="Arial"/>
            </a:endParaRPr>
          </a:p>
        </p:txBody>
      </p:sp>
      <p:sp>
        <p:nvSpPr>
          <p:cNvPr id="126" name="Прямоугольник 9"/>
          <p:cNvSpPr/>
          <p:nvPr/>
        </p:nvSpPr>
        <p:spPr>
          <a:xfrm>
            <a:off x="0" y="6146280"/>
            <a:ext cx="9148320" cy="723960"/>
          </a:xfrm>
          <a:prstGeom prst="rect">
            <a:avLst/>
          </a:prstGeom>
          <a:gradFill rotWithShape="0">
            <a:gsLst>
              <a:gs pos="35000">
                <a:srgbClr val="36acd8"/>
              </a:gs>
              <a:gs pos="78000">
                <a:srgbClr val="2e6ca4"/>
              </a:gs>
              <a:gs pos="100000">
                <a:srgbClr val="2e76a5"/>
              </a:gs>
            </a:gsLst>
            <a:lin ang="1080000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GB" sz="1800" strike="noStrike" u="none">
              <a:solidFill>
                <a:schemeClr val="lt1"/>
              </a:solidFill>
              <a:effectLst/>
              <a:uFillTx/>
              <a:latin typeface="Calibri"/>
            </a:endParaRPr>
          </a:p>
        </p:txBody>
      </p:sp>
      <p:pic>
        <p:nvPicPr>
          <p:cNvPr id="127" name="Picture 10" descr="A blue and black logo&#10;&#10;Description automatically generated"/>
          <p:cNvPicPr/>
          <p:nvPr/>
        </p:nvPicPr>
        <p:blipFill>
          <a:blip r:embed="rId3"/>
          <a:stretch/>
        </p:blipFill>
        <p:spPr>
          <a:xfrm>
            <a:off x="7293960" y="6266160"/>
            <a:ext cx="828000" cy="280800"/>
          </a:xfrm>
          <a:prstGeom prst="rect">
            <a:avLst/>
          </a:prstGeom>
          <a:noFill/>
          <a:ln w="0">
            <a:noFill/>
          </a:ln>
        </p:spPr>
      </p:pic>
      <p:pic>
        <p:nvPicPr>
          <p:cNvPr id="128" name="Picture 11" descr="A blue text on a black background&#10;&#10;Description automatically generated"/>
          <p:cNvPicPr/>
          <p:nvPr/>
        </p:nvPicPr>
        <p:blipFill>
          <a:blip r:embed="rId4"/>
          <a:stretch/>
        </p:blipFill>
        <p:spPr>
          <a:xfrm>
            <a:off x="8315640" y="6271920"/>
            <a:ext cx="749880" cy="269280"/>
          </a:xfrm>
          <a:prstGeom prst="rect">
            <a:avLst/>
          </a:prstGeom>
          <a:noFill/>
          <a:ln w="0">
            <a:noFill/>
          </a:ln>
        </p:spPr>
      </p:pic>
      <p:pic>
        <p:nvPicPr>
          <p:cNvPr id="129" name="Рисунок 21" descr="Изображение выглядит как текст, снимок экрана, Шрифт, Графика&#10;&#10;Автоматически созданное описание"/>
          <p:cNvPicPr/>
          <p:nvPr/>
        </p:nvPicPr>
        <p:blipFill>
          <a:blip r:embed="rId5"/>
          <a:stretch/>
        </p:blipFill>
        <p:spPr>
          <a:xfrm>
            <a:off x="-228240" y="5824440"/>
            <a:ext cx="1586160" cy="1428120"/>
          </a:xfrm>
          <a:prstGeom prst="rect">
            <a:avLst/>
          </a:prstGeom>
          <a:noFill/>
          <a:ln w="0">
            <a:noFill/>
          </a:ln>
        </p:spPr>
      </p:pic>
      <p:pic>
        <p:nvPicPr>
          <p:cNvPr id="130" name="Рисунок 22" descr="Изображение выглядит как текст, символ, логотип, эмблема&#10;&#10;Автоматически созданное описание"/>
          <p:cNvPicPr/>
          <p:nvPr/>
        </p:nvPicPr>
        <p:blipFill>
          <a:blip r:embed="rId6"/>
          <a:stretch/>
        </p:blipFill>
        <p:spPr>
          <a:xfrm>
            <a:off x="5482800" y="6247080"/>
            <a:ext cx="824040" cy="618120"/>
          </a:xfrm>
          <a:prstGeom prst="rect">
            <a:avLst/>
          </a:prstGeom>
          <a:noFill/>
          <a:ln w="0">
            <a:noFill/>
          </a:ln>
        </p:spPr>
      </p:pic>
      <p:pic>
        <p:nvPicPr>
          <p:cNvPr id="131" name="Рисунок 23" descr="Изображение выглядит как Шрифт, Графика, текст, круг&#10;&#10;Автоматически созданное описание"/>
          <p:cNvPicPr/>
          <p:nvPr/>
        </p:nvPicPr>
        <p:blipFill>
          <a:blip r:embed="rId7"/>
          <a:stretch/>
        </p:blipFill>
        <p:spPr>
          <a:xfrm>
            <a:off x="1195200" y="6290280"/>
            <a:ext cx="783360" cy="401400"/>
          </a:xfrm>
          <a:prstGeom prst="rect">
            <a:avLst/>
          </a:prstGeom>
          <a:noFill/>
          <a:ln w="0">
            <a:noFill/>
          </a:ln>
        </p:spPr>
      </p:pic>
      <p:pic>
        <p:nvPicPr>
          <p:cNvPr id="132" name="Рисунок 24" descr="Изображение выглядит как круг, сфера, планета, полнолуние&#10;&#10;Автоматически созданное описание"/>
          <p:cNvPicPr/>
          <p:nvPr/>
        </p:nvPicPr>
        <p:blipFill>
          <a:blip r:embed="rId8"/>
          <a:stretch/>
        </p:blipFill>
        <p:spPr>
          <a:xfrm>
            <a:off x="4861800" y="6199560"/>
            <a:ext cx="535320" cy="618120"/>
          </a:xfrm>
          <a:prstGeom prst="rect">
            <a:avLst/>
          </a:prstGeom>
          <a:noFill/>
          <a:ln w="0">
            <a:noFill/>
          </a:ln>
        </p:spPr>
      </p:pic>
      <p:pic>
        <p:nvPicPr>
          <p:cNvPr id="133" name="Объект 6" descr=""/>
          <p:cNvPicPr/>
          <p:nvPr/>
        </p:nvPicPr>
        <p:blipFill>
          <a:blip r:embed="rId9"/>
          <a:stretch/>
        </p:blipFill>
        <p:spPr>
          <a:xfrm>
            <a:off x="2227320" y="6233040"/>
            <a:ext cx="749880" cy="506880"/>
          </a:xfrm>
          <a:prstGeom prst="rect">
            <a:avLst/>
          </a:prstGeom>
          <a:noFill/>
          <a:ln w="0">
            <a:noFill/>
          </a:ln>
        </p:spPr>
      </p:pic>
      <p:pic>
        <p:nvPicPr>
          <p:cNvPr id="134" name="Рисунок 25" descr="Изображение выглядит как текст, Графика, Шрифт, графический дизайн&#10;&#10;Автоматически созданное описание"/>
          <p:cNvPicPr/>
          <p:nvPr/>
        </p:nvPicPr>
        <p:blipFill>
          <a:blip r:embed="rId10"/>
          <a:stretch/>
        </p:blipFill>
        <p:spPr>
          <a:xfrm>
            <a:off x="6508800" y="6171120"/>
            <a:ext cx="597240" cy="597240"/>
          </a:xfrm>
          <a:prstGeom prst="rect">
            <a:avLst/>
          </a:prstGeom>
          <a:noFill/>
          <a:ln w="0">
            <a:noFill/>
          </a:ln>
        </p:spPr>
      </p:pic>
      <p:pic>
        <p:nvPicPr>
          <p:cNvPr id="135" name="Рисунок 26" descr="Изображение выглядит как текст, Шрифт, Графика, графический дизайн&#10;&#10;Автоматически созданное описание"/>
          <p:cNvPicPr/>
          <p:nvPr/>
        </p:nvPicPr>
        <p:blipFill>
          <a:blip r:embed="rId11"/>
          <a:stretch/>
        </p:blipFill>
        <p:spPr>
          <a:xfrm>
            <a:off x="3225960" y="6229800"/>
            <a:ext cx="555840" cy="493560"/>
          </a:xfrm>
          <a:prstGeom prst="rect">
            <a:avLst/>
          </a:prstGeom>
          <a:noFill/>
          <a:ln w="0">
            <a:noFill/>
          </a:ln>
        </p:spPr>
      </p:pic>
      <p:pic>
        <p:nvPicPr>
          <p:cNvPr id="136" name="Picture 12" descr=""/>
          <p:cNvPicPr/>
          <p:nvPr/>
        </p:nvPicPr>
        <p:blipFill>
          <a:blip r:embed="rId12"/>
          <a:stretch/>
        </p:blipFill>
        <p:spPr>
          <a:xfrm>
            <a:off x="4082040" y="6233040"/>
            <a:ext cx="510840" cy="506880"/>
          </a:xfrm>
          <a:prstGeom prst="rect">
            <a:avLst/>
          </a:prstGeom>
          <a:noFill/>
          <a:ln w="0">
            <a:noFill/>
          </a:ln>
        </p:spPr>
      </p:pic>
      <p:pic>
        <p:nvPicPr>
          <p:cNvPr id="137" name="" descr=""/>
          <p:cNvPicPr/>
          <p:nvPr/>
        </p:nvPicPr>
        <p:blipFill>
          <a:blip r:embed="rId13"/>
          <a:stretch/>
        </p:blipFill>
        <p:spPr>
          <a:xfrm>
            <a:off x="5029200" y="2044800"/>
            <a:ext cx="3755880" cy="2369160"/>
          </a:xfrm>
          <a:prstGeom prst="rect">
            <a:avLst/>
          </a:prstGeom>
          <a:noFill/>
          <a:ln w="0">
            <a:noFill/>
          </a:ln>
        </p:spPr>
      </p:pic>
      <p:sp>
        <p:nvSpPr>
          <p:cNvPr id="138" name=""/>
          <p:cNvSpPr/>
          <p:nvPr/>
        </p:nvSpPr>
        <p:spPr>
          <a:xfrm>
            <a:off x="5065200" y="4495680"/>
            <a:ext cx="3656520" cy="430560"/>
          </a:xfrm>
          <a:prstGeom prst="rect">
            <a:avLst/>
          </a:prstGeom>
          <a:noFill/>
          <a:ln w="0">
            <a:noFill/>
          </a:ln>
        </p:spPr>
        <p:style>
          <a:lnRef idx="0"/>
          <a:fillRef idx="0"/>
          <a:effectRef idx="0"/>
          <a:fontRef idx="minor"/>
        </p:style>
        <p:txBody>
          <a:bodyPr lIns="90000" rIns="90000" tIns="45000" bIns="45000" anchor="t">
            <a:spAutoFit/>
          </a:bodyPr>
          <a:p>
            <a:pPr algn="just">
              <a:lnSpc>
                <a:spcPct val="100000"/>
              </a:lnSpc>
            </a:pPr>
            <a:r>
              <a:rPr b="0" lang="en-US" sz="1200" strike="noStrike" u="none">
                <a:solidFill>
                  <a:srgbClr val="000000"/>
                </a:solidFill>
                <a:effectLst/>
                <a:uFillTx/>
                <a:latin typeface="Arial"/>
              </a:rPr>
              <a:t>Figure 2: Ecosystem of the Python programming language from the perspective of dependencies.</a:t>
            </a:r>
            <a:endParaRPr b="0" lang="en-US" sz="12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9" name="Прямоугольник 12"/>
          <p:cNvSpPr/>
          <p:nvPr/>
        </p:nvSpPr>
        <p:spPr>
          <a:xfrm>
            <a:off x="-5760" y="0"/>
            <a:ext cx="9148320" cy="723960"/>
          </a:xfrm>
          <a:prstGeom prst="rect">
            <a:avLst/>
          </a:prstGeom>
          <a:gradFill rotWithShape="0">
            <a:gsLst>
              <a:gs pos="35000">
                <a:srgbClr val="36acd8"/>
              </a:gs>
              <a:gs pos="78000">
                <a:srgbClr val="2e6ca4"/>
              </a:gs>
              <a:gs pos="100000">
                <a:srgbClr val="2e76a5"/>
              </a:gs>
            </a:gsLst>
            <a:lin ang="1080000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140" name="Прямоугольник 13"/>
          <p:cNvSpPr/>
          <p:nvPr/>
        </p:nvSpPr>
        <p:spPr>
          <a:xfrm>
            <a:off x="8604360" y="-2880"/>
            <a:ext cx="205200" cy="795240"/>
          </a:xfrm>
          <a:prstGeom prst="rect">
            <a:avLst/>
          </a:prstGeom>
          <a:solidFill>
            <a:srgbClr val="ffffff"/>
          </a:solidFill>
          <a:ln>
            <a:noFill/>
          </a:ln>
        </p:spPr>
        <p:style>
          <a:lnRef idx="2">
            <a:schemeClr val="accent1"/>
          </a:lnRef>
          <a:fillRef idx="1">
            <a:schemeClr val="l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dk1"/>
              </a:solidFill>
              <a:effectLst/>
              <a:uFillTx/>
              <a:latin typeface="Calibri"/>
            </a:endParaRPr>
          </a:p>
        </p:txBody>
      </p:sp>
      <p:sp>
        <p:nvSpPr>
          <p:cNvPr id="141" name="Пятиугольник 4"/>
          <p:cNvSpPr/>
          <p:nvPr/>
        </p:nvSpPr>
        <p:spPr>
          <a:xfrm rot="5400000">
            <a:off x="17640" y="100440"/>
            <a:ext cx="900360" cy="696960"/>
          </a:xfrm>
          <a:prstGeom prst="homePlate">
            <a:avLst>
              <a:gd name="adj" fmla="val 22381"/>
            </a:avLst>
          </a:prstGeom>
          <a:solidFill>
            <a:srgbClr val="1cbaeb"/>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ru-RU" sz="1800" strike="noStrike" u="none">
              <a:solidFill>
                <a:schemeClr val="lt1"/>
              </a:solidFill>
              <a:effectLst/>
              <a:uFillTx/>
              <a:latin typeface="Calibri"/>
            </a:endParaRPr>
          </a:p>
        </p:txBody>
      </p:sp>
      <p:pic>
        <p:nvPicPr>
          <p:cNvPr id="142" name="Рисунок 28" descr=""/>
          <p:cNvPicPr/>
          <p:nvPr/>
        </p:nvPicPr>
        <p:blipFill>
          <a:blip r:embed="rId1"/>
          <a:stretch/>
        </p:blipFill>
        <p:spPr>
          <a:xfrm>
            <a:off x="170640" y="276120"/>
            <a:ext cx="592200" cy="304200"/>
          </a:xfrm>
          <a:prstGeom prst="rect">
            <a:avLst/>
          </a:prstGeom>
          <a:noFill/>
          <a:ln w="0">
            <a:noFill/>
          </a:ln>
        </p:spPr>
      </p:pic>
      <p:sp>
        <p:nvSpPr>
          <p:cNvPr id="143" name="PlaceHolder 1"/>
          <p:cNvSpPr>
            <a:spLocks noGrp="1"/>
          </p:cNvSpPr>
          <p:nvPr>
            <p:ph type="title"/>
          </p:nvPr>
        </p:nvSpPr>
        <p:spPr>
          <a:xfrm>
            <a:off x="240840" y="58320"/>
            <a:ext cx="3310200" cy="370440"/>
          </a:xfrm>
          <a:prstGeom prst="rect">
            <a:avLst/>
          </a:prstGeom>
          <a:noFill/>
          <a:ln w="0">
            <a:noFill/>
          </a:ln>
        </p:spPr>
        <p:txBody>
          <a:bodyPr lIns="91440" rIns="91440" tIns="45720" bIns="45720" anchor="ctr">
            <a:spAutoFit/>
          </a:bodyPr>
          <a:p>
            <a:pPr indent="0" algn="ctr" defTabSz="685800">
              <a:lnSpc>
                <a:spcPct val="90000"/>
              </a:lnSpc>
              <a:buNone/>
              <a:tabLst>
                <a:tab algn="l" pos="0"/>
              </a:tabLst>
            </a:pPr>
            <a:r>
              <a:rPr b="1" lang="en-US" sz="2000" strike="noStrike" u="none">
                <a:solidFill>
                  <a:schemeClr val="lt1"/>
                </a:solidFill>
                <a:effectLst/>
                <a:uFillTx/>
                <a:latin typeface="Times New Roman"/>
                <a:ea typeface="Times New Roman"/>
              </a:rPr>
              <a:t>20</a:t>
            </a:r>
            <a:r>
              <a:rPr b="1" lang="uk-UA" sz="2000" strike="noStrike" u="none">
                <a:solidFill>
                  <a:schemeClr val="lt1"/>
                </a:solidFill>
                <a:effectLst/>
                <a:uFillTx/>
                <a:latin typeface="Times New Roman"/>
                <a:ea typeface="Times New Roman"/>
              </a:rPr>
              <a:t>2</a:t>
            </a:r>
            <a:r>
              <a:rPr b="1" lang="ru-RU" sz="2000" strike="noStrike" u="none">
                <a:solidFill>
                  <a:schemeClr val="lt1"/>
                </a:solidFill>
                <a:effectLst/>
                <a:uFillTx/>
                <a:latin typeface="Times New Roman"/>
                <a:ea typeface="Times New Roman"/>
              </a:rPr>
              <a:t>6</a:t>
            </a:r>
            <a:r>
              <a:rPr b="1" lang="en-US" sz="2000" strike="noStrike" u="none">
                <a:solidFill>
                  <a:schemeClr val="lt1"/>
                </a:solidFill>
                <a:effectLst/>
                <a:uFillTx/>
                <a:latin typeface="Times New Roman"/>
                <a:ea typeface="Times New Roman"/>
              </a:rPr>
              <a:t> IEEE SIST</a:t>
            </a:r>
            <a:endParaRPr b="0" lang="en-US" sz="2000" strike="noStrike" u="none">
              <a:solidFill>
                <a:srgbClr val="000000"/>
              </a:solidFill>
              <a:effectLst/>
              <a:uFillTx/>
              <a:latin typeface="Arial"/>
            </a:endParaRPr>
          </a:p>
        </p:txBody>
      </p:sp>
      <p:pic>
        <p:nvPicPr>
          <p:cNvPr id="144" name="Рисунок 29" descr=""/>
          <p:cNvPicPr/>
          <p:nvPr/>
        </p:nvPicPr>
        <p:blipFill>
          <a:blip r:embed="rId2"/>
          <a:stretch/>
        </p:blipFill>
        <p:spPr>
          <a:xfrm>
            <a:off x="7839720" y="-2880"/>
            <a:ext cx="1302840" cy="795240"/>
          </a:xfrm>
          <a:prstGeom prst="rect">
            <a:avLst/>
          </a:prstGeom>
          <a:noFill/>
          <a:ln w="0">
            <a:noFill/>
          </a:ln>
        </p:spPr>
      </p:pic>
      <p:sp>
        <p:nvSpPr>
          <p:cNvPr id="145" name="PlaceHolder 2"/>
          <p:cNvSpPr>
            <a:spLocks noGrp="1"/>
          </p:cNvSpPr>
          <p:nvPr>
            <p:ph/>
          </p:nvPr>
        </p:nvSpPr>
        <p:spPr>
          <a:xfrm>
            <a:off x="228600" y="1371600"/>
            <a:ext cx="4570920" cy="4342320"/>
          </a:xfrm>
          <a:prstGeom prst="rect">
            <a:avLst/>
          </a:prstGeom>
          <a:noFill/>
          <a:ln w="0">
            <a:noFill/>
          </a:ln>
        </p:spPr>
        <p:txBody>
          <a:bodyPr lIns="91440" rIns="91440" tIns="45720" bIns="45720" anchor="t">
            <a:noAutofit/>
          </a:bodyPr>
          <a:p>
            <a:pPr marL="171360" indent="0" defTabSz="685800">
              <a:lnSpc>
                <a:spcPct val="90000"/>
              </a:lnSpc>
              <a:spcBef>
                <a:spcPts val="751"/>
              </a:spcBef>
              <a:buNone/>
              <a:tabLst>
                <a:tab algn="l" pos="0"/>
              </a:tabLst>
            </a:pPr>
            <a:r>
              <a:rPr b="0" lang="en-US" sz="2100" strike="noStrike" u="none">
                <a:solidFill>
                  <a:schemeClr val="dk1"/>
                </a:solidFill>
                <a:effectLst/>
                <a:uFillTx/>
                <a:latin typeface="Calibri"/>
              </a:rPr>
              <a:t>Supply chain attacks</a:t>
            </a:r>
            <a:endParaRPr b="0" lang="en-US" sz="2100" strike="noStrike" u="none">
              <a:solidFill>
                <a:srgbClr val="000000"/>
              </a:solidFill>
              <a:effectLst/>
              <a:uFillTx/>
              <a:latin typeface="Arial"/>
            </a:endParaRPr>
          </a:p>
          <a:p>
            <a:pPr lvl="1" marL="864000" indent="-324000" algn="just" defTabSz="685800">
              <a:lnSpc>
                <a:spcPct val="90000"/>
              </a:lnSpc>
              <a:spcBef>
                <a:spcPts val="1134"/>
              </a:spcBef>
              <a:buClr>
                <a:srgbClr val="000000"/>
              </a:buClr>
              <a:buSzPct val="75000"/>
              <a:buFont typeface="Symbol" charset="2"/>
              <a:buChar char=""/>
              <a:tabLst>
                <a:tab algn="l" pos="0"/>
              </a:tabLst>
            </a:pPr>
            <a:r>
              <a:rPr b="0" lang="en-US" sz="1500" strike="noStrike" u="none">
                <a:solidFill>
                  <a:schemeClr val="dk1"/>
                </a:solidFill>
                <a:effectLst/>
                <a:uFillTx/>
                <a:latin typeface="Calibri"/>
              </a:rPr>
              <a:t>The modern economy is service-oriented and highly interconnected in the global supply chain, where everyone relies on each other to mitigate issues of resource constraints by integrating external dependencies to solve common problems, as represented in Figure 3.</a:t>
            </a:r>
            <a:endParaRPr b="0" lang="en-US" sz="1500" strike="noStrike" u="none">
              <a:solidFill>
                <a:srgbClr val="000000"/>
              </a:solidFill>
              <a:effectLst/>
              <a:uFillTx/>
              <a:latin typeface="Arial"/>
            </a:endParaRPr>
          </a:p>
          <a:p>
            <a:pPr lvl="1" marL="864000" indent="-324000" algn="just" defTabSz="685800">
              <a:lnSpc>
                <a:spcPct val="90000"/>
              </a:lnSpc>
              <a:spcBef>
                <a:spcPts val="1134"/>
              </a:spcBef>
              <a:buClr>
                <a:srgbClr val="000000"/>
              </a:buClr>
              <a:buSzPct val="75000"/>
              <a:buFont typeface="Symbol" charset="2"/>
              <a:buChar char=""/>
              <a:tabLst>
                <a:tab algn="l" pos="0"/>
              </a:tabLst>
            </a:pPr>
            <a:r>
              <a:rPr b="0" lang="en-US" sz="1500" strike="noStrike" u="none">
                <a:solidFill>
                  <a:schemeClr val="dk1"/>
                </a:solidFill>
                <a:effectLst/>
                <a:uFillTx/>
                <a:latin typeface="Calibri"/>
              </a:rPr>
              <a:t>Any risks and failures in a single link can cause a cascading effect across the entire chain, exposing the ability to implicitly or explicitly influence on any IT infrastructure by leveraging direct and indirect (i.e., transitive) dependencies, as demonstrated in Figure 4.</a:t>
            </a:r>
            <a:endParaRPr b="0" lang="en-US" sz="1500" strike="noStrike" u="none">
              <a:solidFill>
                <a:srgbClr val="000000"/>
              </a:solidFill>
              <a:effectLst/>
              <a:uFillTx/>
              <a:latin typeface="Arial"/>
            </a:endParaRPr>
          </a:p>
        </p:txBody>
      </p:sp>
      <p:sp>
        <p:nvSpPr>
          <p:cNvPr id="146" name="Прямоугольник 14"/>
          <p:cNvSpPr/>
          <p:nvPr/>
        </p:nvSpPr>
        <p:spPr>
          <a:xfrm>
            <a:off x="0" y="6146280"/>
            <a:ext cx="9148320" cy="723960"/>
          </a:xfrm>
          <a:prstGeom prst="rect">
            <a:avLst/>
          </a:prstGeom>
          <a:gradFill rotWithShape="0">
            <a:gsLst>
              <a:gs pos="35000">
                <a:srgbClr val="36acd8"/>
              </a:gs>
              <a:gs pos="78000">
                <a:srgbClr val="2e6ca4"/>
              </a:gs>
              <a:gs pos="100000">
                <a:srgbClr val="2e76a5"/>
              </a:gs>
            </a:gsLst>
            <a:lin ang="1080000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GB" sz="1800" strike="noStrike" u="none">
              <a:solidFill>
                <a:schemeClr val="lt1"/>
              </a:solidFill>
              <a:effectLst/>
              <a:uFillTx/>
              <a:latin typeface="Calibri"/>
            </a:endParaRPr>
          </a:p>
        </p:txBody>
      </p:sp>
      <p:pic>
        <p:nvPicPr>
          <p:cNvPr id="147" name="Picture 13" descr="A blue and black logo&#10;&#10;Description automatically generated"/>
          <p:cNvPicPr/>
          <p:nvPr/>
        </p:nvPicPr>
        <p:blipFill>
          <a:blip r:embed="rId3"/>
          <a:stretch/>
        </p:blipFill>
        <p:spPr>
          <a:xfrm>
            <a:off x="7293960" y="6266160"/>
            <a:ext cx="828000" cy="280800"/>
          </a:xfrm>
          <a:prstGeom prst="rect">
            <a:avLst/>
          </a:prstGeom>
          <a:noFill/>
          <a:ln w="0">
            <a:noFill/>
          </a:ln>
        </p:spPr>
      </p:pic>
      <p:pic>
        <p:nvPicPr>
          <p:cNvPr id="148" name="Picture 14" descr="A blue text on a black background&#10;&#10;Description automatically generated"/>
          <p:cNvPicPr/>
          <p:nvPr/>
        </p:nvPicPr>
        <p:blipFill>
          <a:blip r:embed="rId4"/>
          <a:stretch/>
        </p:blipFill>
        <p:spPr>
          <a:xfrm>
            <a:off x="8315640" y="6271920"/>
            <a:ext cx="749880" cy="269280"/>
          </a:xfrm>
          <a:prstGeom prst="rect">
            <a:avLst/>
          </a:prstGeom>
          <a:noFill/>
          <a:ln w="0">
            <a:noFill/>
          </a:ln>
        </p:spPr>
      </p:pic>
      <p:pic>
        <p:nvPicPr>
          <p:cNvPr id="149" name="Рисунок 30" descr="Изображение выглядит как текст, снимок экрана, Шрифт, Графика&#10;&#10;Автоматически созданное описание"/>
          <p:cNvPicPr/>
          <p:nvPr/>
        </p:nvPicPr>
        <p:blipFill>
          <a:blip r:embed="rId5"/>
          <a:stretch/>
        </p:blipFill>
        <p:spPr>
          <a:xfrm>
            <a:off x="-228240" y="5824440"/>
            <a:ext cx="1586160" cy="1428120"/>
          </a:xfrm>
          <a:prstGeom prst="rect">
            <a:avLst/>
          </a:prstGeom>
          <a:noFill/>
          <a:ln w="0">
            <a:noFill/>
          </a:ln>
        </p:spPr>
      </p:pic>
      <p:pic>
        <p:nvPicPr>
          <p:cNvPr id="150" name="Рисунок 35" descr="Изображение выглядит как текст, символ, логотип, эмблема&#10;&#10;Автоматически созданное описание"/>
          <p:cNvPicPr/>
          <p:nvPr/>
        </p:nvPicPr>
        <p:blipFill>
          <a:blip r:embed="rId6"/>
          <a:stretch/>
        </p:blipFill>
        <p:spPr>
          <a:xfrm>
            <a:off x="5482800" y="6247080"/>
            <a:ext cx="824040" cy="618120"/>
          </a:xfrm>
          <a:prstGeom prst="rect">
            <a:avLst/>
          </a:prstGeom>
          <a:noFill/>
          <a:ln w="0">
            <a:noFill/>
          </a:ln>
        </p:spPr>
      </p:pic>
      <p:pic>
        <p:nvPicPr>
          <p:cNvPr id="151" name="Рисунок 39" descr="Изображение выглядит как Шрифт, Графика, текст, круг&#10;&#10;Автоматически созданное описание"/>
          <p:cNvPicPr/>
          <p:nvPr/>
        </p:nvPicPr>
        <p:blipFill>
          <a:blip r:embed="rId7"/>
          <a:stretch/>
        </p:blipFill>
        <p:spPr>
          <a:xfrm>
            <a:off x="1195200" y="6290280"/>
            <a:ext cx="783360" cy="401400"/>
          </a:xfrm>
          <a:prstGeom prst="rect">
            <a:avLst/>
          </a:prstGeom>
          <a:noFill/>
          <a:ln w="0">
            <a:noFill/>
          </a:ln>
        </p:spPr>
      </p:pic>
      <p:pic>
        <p:nvPicPr>
          <p:cNvPr id="152" name="Рисунок 40" descr="Изображение выглядит как круг, сфера, планета, полнолуние&#10;&#10;Автоматически созданное описание"/>
          <p:cNvPicPr/>
          <p:nvPr/>
        </p:nvPicPr>
        <p:blipFill>
          <a:blip r:embed="rId8"/>
          <a:stretch/>
        </p:blipFill>
        <p:spPr>
          <a:xfrm>
            <a:off x="4861800" y="6199560"/>
            <a:ext cx="535320" cy="618120"/>
          </a:xfrm>
          <a:prstGeom prst="rect">
            <a:avLst/>
          </a:prstGeom>
          <a:noFill/>
          <a:ln w="0">
            <a:noFill/>
          </a:ln>
        </p:spPr>
      </p:pic>
      <p:pic>
        <p:nvPicPr>
          <p:cNvPr id="153" name="Объект 8" descr=""/>
          <p:cNvPicPr/>
          <p:nvPr/>
        </p:nvPicPr>
        <p:blipFill>
          <a:blip r:embed="rId9"/>
          <a:stretch/>
        </p:blipFill>
        <p:spPr>
          <a:xfrm>
            <a:off x="2227320" y="6233040"/>
            <a:ext cx="749880" cy="506880"/>
          </a:xfrm>
          <a:prstGeom prst="rect">
            <a:avLst/>
          </a:prstGeom>
          <a:noFill/>
          <a:ln w="0">
            <a:noFill/>
          </a:ln>
        </p:spPr>
      </p:pic>
      <p:pic>
        <p:nvPicPr>
          <p:cNvPr id="154" name="Рисунок 42" descr="Изображение выглядит как текст, Графика, Шрифт, графический дизайн&#10;&#10;Автоматически созданное описание"/>
          <p:cNvPicPr/>
          <p:nvPr/>
        </p:nvPicPr>
        <p:blipFill>
          <a:blip r:embed="rId10"/>
          <a:stretch/>
        </p:blipFill>
        <p:spPr>
          <a:xfrm>
            <a:off x="6508800" y="6171120"/>
            <a:ext cx="597240" cy="597240"/>
          </a:xfrm>
          <a:prstGeom prst="rect">
            <a:avLst/>
          </a:prstGeom>
          <a:noFill/>
          <a:ln w="0">
            <a:noFill/>
          </a:ln>
        </p:spPr>
      </p:pic>
      <p:pic>
        <p:nvPicPr>
          <p:cNvPr id="155" name="Рисунок 44" descr="Изображение выглядит как текст, Шрифт, Графика, графический дизайн&#10;&#10;Автоматически созданное описание"/>
          <p:cNvPicPr/>
          <p:nvPr/>
        </p:nvPicPr>
        <p:blipFill>
          <a:blip r:embed="rId11"/>
          <a:stretch/>
        </p:blipFill>
        <p:spPr>
          <a:xfrm>
            <a:off x="3225960" y="6229800"/>
            <a:ext cx="555840" cy="493560"/>
          </a:xfrm>
          <a:prstGeom prst="rect">
            <a:avLst/>
          </a:prstGeom>
          <a:noFill/>
          <a:ln w="0">
            <a:noFill/>
          </a:ln>
        </p:spPr>
      </p:pic>
      <p:pic>
        <p:nvPicPr>
          <p:cNvPr id="156" name="Picture 15" descr=""/>
          <p:cNvPicPr/>
          <p:nvPr/>
        </p:nvPicPr>
        <p:blipFill>
          <a:blip r:embed="rId12"/>
          <a:stretch/>
        </p:blipFill>
        <p:spPr>
          <a:xfrm>
            <a:off x="4082040" y="6233040"/>
            <a:ext cx="510840" cy="506880"/>
          </a:xfrm>
          <a:prstGeom prst="rect">
            <a:avLst/>
          </a:prstGeom>
          <a:noFill/>
          <a:ln w="0">
            <a:noFill/>
          </a:ln>
        </p:spPr>
      </p:pic>
      <p:pic>
        <p:nvPicPr>
          <p:cNvPr id="157" name="" descr=""/>
          <p:cNvPicPr/>
          <p:nvPr/>
        </p:nvPicPr>
        <p:blipFill>
          <a:blip r:embed="rId13"/>
          <a:stretch/>
        </p:blipFill>
        <p:spPr>
          <a:xfrm>
            <a:off x="5029200" y="1378440"/>
            <a:ext cx="3656520" cy="1260000"/>
          </a:xfrm>
          <a:prstGeom prst="rect">
            <a:avLst/>
          </a:prstGeom>
          <a:noFill/>
          <a:ln w="0">
            <a:noFill/>
          </a:ln>
        </p:spPr>
      </p:pic>
      <p:pic>
        <p:nvPicPr>
          <p:cNvPr id="158" name="" descr=""/>
          <p:cNvPicPr/>
          <p:nvPr/>
        </p:nvPicPr>
        <p:blipFill>
          <a:blip r:embed="rId14"/>
          <a:stretch/>
        </p:blipFill>
        <p:spPr>
          <a:xfrm>
            <a:off x="5029560" y="3361320"/>
            <a:ext cx="3656160" cy="1224720"/>
          </a:xfrm>
          <a:prstGeom prst="rect">
            <a:avLst/>
          </a:prstGeom>
          <a:noFill/>
          <a:ln w="0">
            <a:noFill/>
          </a:ln>
        </p:spPr>
      </p:pic>
      <p:sp>
        <p:nvSpPr>
          <p:cNvPr id="159" name=""/>
          <p:cNvSpPr/>
          <p:nvPr/>
        </p:nvSpPr>
        <p:spPr>
          <a:xfrm>
            <a:off x="5029200" y="2701080"/>
            <a:ext cx="3656520" cy="430560"/>
          </a:xfrm>
          <a:prstGeom prst="rect">
            <a:avLst/>
          </a:prstGeom>
          <a:noFill/>
          <a:ln w="0">
            <a:noFill/>
          </a:ln>
        </p:spPr>
        <p:style>
          <a:lnRef idx="0"/>
          <a:fillRef idx="0"/>
          <a:effectRef idx="0"/>
          <a:fontRef idx="minor"/>
        </p:style>
        <p:txBody>
          <a:bodyPr lIns="90000" rIns="90000" tIns="45000" bIns="45000" anchor="t">
            <a:spAutoFit/>
          </a:bodyPr>
          <a:p>
            <a:pPr algn="just">
              <a:lnSpc>
                <a:spcPct val="100000"/>
              </a:lnSpc>
            </a:pPr>
            <a:r>
              <a:rPr b="0" lang="en-US" sz="1200" strike="noStrike" u="none">
                <a:solidFill>
                  <a:srgbClr val="000000"/>
                </a:solidFill>
                <a:effectLst/>
                <a:uFillTx/>
                <a:latin typeface="Arial"/>
              </a:rPr>
              <a:t>Figure 3: Simplified example of the global supply chain in the IT context.</a:t>
            </a:r>
            <a:endParaRPr b="0" lang="en-US" sz="1200" strike="noStrike" u="none">
              <a:solidFill>
                <a:srgbClr val="000000"/>
              </a:solidFill>
              <a:effectLst/>
              <a:uFillTx/>
              <a:latin typeface="Arial"/>
            </a:endParaRPr>
          </a:p>
        </p:txBody>
      </p:sp>
      <p:sp>
        <p:nvSpPr>
          <p:cNvPr id="160" name=""/>
          <p:cNvSpPr/>
          <p:nvPr/>
        </p:nvSpPr>
        <p:spPr>
          <a:xfrm>
            <a:off x="5029200" y="4650840"/>
            <a:ext cx="3656520" cy="942480"/>
          </a:xfrm>
          <a:prstGeom prst="rect">
            <a:avLst/>
          </a:prstGeom>
          <a:noFill/>
          <a:ln w="0">
            <a:noFill/>
          </a:ln>
        </p:spPr>
        <p:style>
          <a:lnRef idx="0"/>
          <a:fillRef idx="0"/>
          <a:effectRef idx="0"/>
          <a:fontRef idx="minor"/>
        </p:style>
        <p:txBody>
          <a:bodyPr lIns="90000" rIns="90000" tIns="45000" bIns="45000" anchor="t">
            <a:spAutoFit/>
          </a:bodyPr>
          <a:p>
            <a:pPr algn="just">
              <a:lnSpc>
                <a:spcPct val="100000"/>
              </a:lnSpc>
            </a:pPr>
            <a:r>
              <a:rPr b="0" lang="en-US" sz="1200" strike="noStrike" u="none">
                <a:solidFill>
                  <a:srgbClr val="000000"/>
                </a:solidFill>
                <a:effectLst/>
                <a:uFillTx/>
                <a:latin typeface="Arial"/>
              </a:rPr>
              <a:t>Figure 4: Dependency resolution is a variation on the topic of the constraint satisfaction problem where the objective is to satisfy a predefined set of conditions and rules (version requirements or other ecosystem-specific rules).</a:t>
            </a:r>
            <a:endParaRPr b="0" lang="en-US" sz="12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1" name="Прямоугольник 15"/>
          <p:cNvSpPr/>
          <p:nvPr/>
        </p:nvSpPr>
        <p:spPr>
          <a:xfrm>
            <a:off x="-5760" y="0"/>
            <a:ext cx="9148320" cy="723960"/>
          </a:xfrm>
          <a:prstGeom prst="rect">
            <a:avLst/>
          </a:prstGeom>
          <a:gradFill rotWithShape="0">
            <a:gsLst>
              <a:gs pos="35000">
                <a:srgbClr val="36acd8"/>
              </a:gs>
              <a:gs pos="78000">
                <a:srgbClr val="2e6ca4"/>
              </a:gs>
              <a:gs pos="100000">
                <a:srgbClr val="2e76a5"/>
              </a:gs>
            </a:gsLst>
            <a:lin ang="1080000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162" name="Прямоугольник 16"/>
          <p:cNvSpPr/>
          <p:nvPr/>
        </p:nvSpPr>
        <p:spPr>
          <a:xfrm>
            <a:off x="8604360" y="-2880"/>
            <a:ext cx="205200" cy="795240"/>
          </a:xfrm>
          <a:prstGeom prst="rect">
            <a:avLst/>
          </a:prstGeom>
          <a:solidFill>
            <a:srgbClr val="ffffff"/>
          </a:solidFill>
          <a:ln>
            <a:noFill/>
          </a:ln>
        </p:spPr>
        <p:style>
          <a:lnRef idx="2">
            <a:schemeClr val="accent1"/>
          </a:lnRef>
          <a:fillRef idx="1">
            <a:schemeClr val="l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dk1"/>
              </a:solidFill>
              <a:effectLst/>
              <a:uFillTx/>
              <a:latin typeface="Calibri"/>
            </a:endParaRPr>
          </a:p>
        </p:txBody>
      </p:sp>
      <p:sp>
        <p:nvSpPr>
          <p:cNvPr id="163" name="Пятиугольник 5"/>
          <p:cNvSpPr/>
          <p:nvPr/>
        </p:nvSpPr>
        <p:spPr>
          <a:xfrm rot="5400000">
            <a:off x="17640" y="100440"/>
            <a:ext cx="900360" cy="696960"/>
          </a:xfrm>
          <a:prstGeom prst="homePlate">
            <a:avLst>
              <a:gd name="adj" fmla="val 22381"/>
            </a:avLst>
          </a:prstGeom>
          <a:solidFill>
            <a:srgbClr val="1cbaeb"/>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ru-RU" sz="1800" strike="noStrike" u="none">
              <a:solidFill>
                <a:schemeClr val="lt1"/>
              </a:solidFill>
              <a:effectLst/>
              <a:uFillTx/>
              <a:latin typeface="Calibri"/>
            </a:endParaRPr>
          </a:p>
        </p:txBody>
      </p:sp>
      <p:pic>
        <p:nvPicPr>
          <p:cNvPr id="164" name="Рисунок 45" descr=""/>
          <p:cNvPicPr/>
          <p:nvPr/>
        </p:nvPicPr>
        <p:blipFill>
          <a:blip r:embed="rId1"/>
          <a:stretch/>
        </p:blipFill>
        <p:spPr>
          <a:xfrm>
            <a:off x="170640" y="276120"/>
            <a:ext cx="592200" cy="304200"/>
          </a:xfrm>
          <a:prstGeom prst="rect">
            <a:avLst/>
          </a:prstGeom>
          <a:noFill/>
          <a:ln w="0">
            <a:noFill/>
          </a:ln>
        </p:spPr>
      </p:pic>
      <p:sp>
        <p:nvSpPr>
          <p:cNvPr id="165" name="PlaceHolder 1"/>
          <p:cNvSpPr>
            <a:spLocks noGrp="1"/>
          </p:cNvSpPr>
          <p:nvPr>
            <p:ph type="title"/>
          </p:nvPr>
        </p:nvSpPr>
        <p:spPr>
          <a:xfrm>
            <a:off x="240840" y="58320"/>
            <a:ext cx="3310200" cy="370440"/>
          </a:xfrm>
          <a:prstGeom prst="rect">
            <a:avLst/>
          </a:prstGeom>
          <a:noFill/>
          <a:ln w="0">
            <a:noFill/>
          </a:ln>
        </p:spPr>
        <p:txBody>
          <a:bodyPr lIns="91440" rIns="91440" tIns="45720" bIns="45720" anchor="ctr">
            <a:spAutoFit/>
          </a:bodyPr>
          <a:p>
            <a:pPr indent="0" algn="ctr" defTabSz="685800">
              <a:lnSpc>
                <a:spcPct val="90000"/>
              </a:lnSpc>
              <a:buNone/>
              <a:tabLst>
                <a:tab algn="l" pos="0"/>
              </a:tabLst>
            </a:pPr>
            <a:r>
              <a:rPr b="1" lang="en-US" sz="2000" strike="noStrike" u="none">
                <a:solidFill>
                  <a:schemeClr val="lt1"/>
                </a:solidFill>
                <a:effectLst/>
                <a:uFillTx/>
                <a:latin typeface="Times New Roman"/>
                <a:ea typeface="Times New Roman"/>
              </a:rPr>
              <a:t>20</a:t>
            </a:r>
            <a:r>
              <a:rPr b="1" lang="uk-UA" sz="2000" strike="noStrike" u="none">
                <a:solidFill>
                  <a:schemeClr val="lt1"/>
                </a:solidFill>
                <a:effectLst/>
                <a:uFillTx/>
                <a:latin typeface="Times New Roman"/>
                <a:ea typeface="Times New Roman"/>
              </a:rPr>
              <a:t>2</a:t>
            </a:r>
            <a:r>
              <a:rPr b="1" lang="ru-RU" sz="2000" strike="noStrike" u="none">
                <a:solidFill>
                  <a:schemeClr val="lt1"/>
                </a:solidFill>
                <a:effectLst/>
                <a:uFillTx/>
                <a:latin typeface="Times New Roman"/>
                <a:ea typeface="Times New Roman"/>
              </a:rPr>
              <a:t>6</a:t>
            </a:r>
            <a:r>
              <a:rPr b="1" lang="en-US" sz="2000" strike="noStrike" u="none">
                <a:solidFill>
                  <a:schemeClr val="lt1"/>
                </a:solidFill>
                <a:effectLst/>
                <a:uFillTx/>
                <a:latin typeface="Times New Roman"/>
                <a:ea typeface="Times New Roman"/>
              </a:rPr>
              <a:t> IEEE SIST</a:t>
            </a:r>
            <a:endParaRPr b="0" lang="en-US" sz="2000" strike="noStrike" u="none">
              <a:solidFill>
                <a:srgbClr val="000000"/>
              </a:solidFill>
              <a:effectLst/>
              <a:uFillTx/>
              <a:latin typeface="Arial"/>
            </a:endParaRPr>
          </a:p>
        </p:txBody>
      </p:sp>
      <p:pic>
        <p:nvPicPr>
          <p:cNvPr id="166" name="Рисунок 46" descr=""/>
          <p:cNvPicPr/>
          <p:nvPr/>
        </p:nvPicPr>
        <p:blipFill>
          <a:blip r:embed="rId2"/>
          <a:stretch/>
        </p:blipFill>
        <p:spPr>
          <a:xfrm>
            <a:off x="7839720" y="-2880"/>
            <a:ext cx="1302840" cy="795240"/>
          </a:xfrm>
          <a:prstGeom prst="rect">
            <a:avLst/>
          </a:prstGeom>
          <a:noFill/>
          <a:ln w="0">
            <a:noFill/>
          </a:ln>
        </p:spPr>
      </p:pic>
      <p:sp>
        <p:nvSpPr>
          <p:cNvPr id="167" name="PlaceHolder 2"/>
          <p:cNvSpPr>
            <a:spLocks noGrp="1"/>
          </p:cNvSpPr>
          <p:nvPr>
            <p:ph/>
          </p:nvPr>
        </p:nvSpPr>
        <p:spPr>
          <a:xfrm>
            <a:off x="300600" y="1071000"/>
            <a:ext cx="8457120" cy="3472200"/>
          </a:xfrm>
          <a:prstGeom prst="rect">
            <a:avLst/>
          </a:prstGeom>
          <a:noFill/>
          <a:ln w="0">
            <a:noFill/>
          </a:ln>
        </p:spPr>
        <p:txBody>
          <a:bodyPr lIns="91440" rIns="91440" tIns="45720" bIns="45720" anchor="t">
            <a:noAutofit/>
          </a:bodyPr>
          <a:p>
            <a:pPr marL="171360" indent="0" defTabSz="685800">
              <a:lnSpc>
                <a:spcPct val="90000"/>
              </a:lnSpc>
              <a:spcBef>
                <a:spcPts val="751"/>
              </a:spcBef>
              <a:buNone/>
              <a:tabLst>
                <a:tab algn="l" pos="0"/>
              </a:tabLst>
            </a:pPr>
            <a:r>
              <a:rPr b="0" lang="en-US" sz="2100" strike="noStrike" u="none">
                <a:solidFill>
                  <a:schemeClr val="dk1"/>
                </a:solidFill>
                <a:effectLst/>
                <a:uFillTx/>
                <a:latin typeface="Calibri"/>
              </a:rPr>
              <a:t>Compromise and trust</a:t>
            </a:r>
            <a:endParaRPr b="0" lang="en-US" sz="2100" strike="noStrike" u="none">
              <a:solidFill>
                <a:srgbClr val="000000"/>
              </a:solidFill>
              <a:effectLst/>
              <a:uFillTx/>
              <a:latin typeface="Arial"/>
            </a:endParaRPr>
          </a:p>
          <a:p>
            <a:pPr lvl="1" marL="864000" indent="-324000" algn="just" defTabSz="685800">
              <a:lnSpc>
                <a:spcPct val="90000"/>
              </a:lnSpc>
              <a:spcBef>
                <a:spcPts val="1134"/>
              </a:spcBef>
              <a:buClr>
                <a:srgbClr val="000000"/>
              </a:buClr>
              <a:buSzPct val="75000"/>
              <a:buFont typeface="Symbol" charset="2"/>
              <a:buChar char=""/>
              <a:tabLst>
                <a:tab algn="l" pos="0"/>
              </a:tabLst>
            </a:pPr>
            <a:r>
              <a:rPr b="0" lang="en-US" sz="1500" strike="noStrike" u="none">
                <a:solidFill>
                  <a:schemeClr val="dk1"/>
                </a:solidFill>
                <a:effectLst/>
                <a:uFillTx/>
                <a:latin typeface="Calibri"/>
              </a:rPr>
              <a:t>Popular or operation-critical software products have a strong influence on the whole landscape, affecting on dependent infrastructure and global contracts of security, as shown in Figure 5.</a:t>
            </a:r>
            <a:endParaRPr b="0" lang="en-US" sz="1500" strike="noStrike" u="none">
              <a:solidFill>
                <a:srgbClr val="000000"/>
              </a:solidFill>
              <a:effectLst/>
              <a:uFillTx/>
              <a:latin typeface="Arial"/>
            </a:endParaRPr>
          </a:p>
          <a:p>
            <a:pPr lvl="1" marL="864000" indent="-324000" algn="just" defTabSz="685800">
              <a:lnSpc>
                <a:spcPct val="90000"/>
              </a:lnSpc>
              <a:spcBef>
                <a:spcPts val="1134"/>
              </a:spcBef>
              <a:buClr>
                <a:srgbClr val="000000"/>
              </a:buClr>
              <a:buSzPct val="75000"/>
              <a:buFont typeface="Symbol" charset="2"/>
              <a:buChar char=""/>
              <a:tabLst>
                <a:tab algn="l" pos="0"/>
              </a:tabLst>
            </a:pPr>
            <a:r>
              <a:rPr b="0" lang="en-US" sz="1500" strike="noStrike" u="none">
                <a:solidFill>
                  <a:schemeClr val="dk1"/>
                </a:solidFill>
                <a:effectLst/>
                <a:uFillTx/>
                <a:latin typeface="Calibri"/>
              </a:rPr>
              <a:t>Therefore, trust should be viewed as multiple models:</a:t>
            </a:r>
            <a:endParaRPr b="0" lang="en-US" sz="1500" strike="noStrike" u="none">
              <a:solidFill>
                <a:srgbClr val="000000"/>
              </a:solidFill>
              <a:effectLst/>
              <a:uFillTx/>
              <a:latin typeface="Arial"/>
            </a:endParaRPr>
          </a:p>
          <a:p>
            <a:pPr lvl="2" marL="1296000" indent="-288000" algn="just" defTabSz="685800">
              <a:lnSpc>
                <a:spcPct val="90000"/>
              </a:lnSpc>
              <a:spcBef>
                <a:spcPts val="850"/>
              </a:spcBef>
              <a:buClr>
                <a:srgbClr val="000000"/>
              </a:buClr>
              <a:buSzPct val="45000"/>
              <a:buFont typeface="Wingdings" charset="2"/>
              <a:buChar char=""/>
              <a:tabLst>
                <a:tab algn="l" pos="0"/>
              </a:tabLst>
            </a:pPr>
            <a:r>
              <a:rPr b="0" lang="en-US" sz="1350" strike="noStrike" u="none">
                <a:solidFill>
                  <a:schemeClr val="dk1"/>
                </a:solidFill>
                <a:effectLst/>
                <a:uFillTx/>
                <a:latin typeface="Calibri"/>
              </a:rPr>
              <a:t>Static trust is a relationship model that makes us vulnerable due to reliance on a third party without any doubt due to assumptions and distractions, considering them trustworthy.</a:t>
            </a:r>
            <a:endParaRPr b="0" lang="en-US" sz="1350" strike="noStrike" u="none">
              <a:solidFill>
                <a:srgbClr val="000000"/>
              </a:solidFill>
              <a:effectLst/>
              <a:uFillTx/>
              <a:latin typeface="Arial"/>
            </a:endParaRPr>
          </a:p>
          <a:p>
            <a:pPr lvl="2" marL="1296000" indent="-288000" algn="just" defTabSz="685800">
              <a:lnSpc>
                <a:spcPct val="90000"/>
              </a:lnSpc>
              <a:spcBef>
                <a:spcPts val="850"/>
              </a:spcBef>
              <a:buClr>
                <a:srgbClr val="000000"/>
              </a:buClr>
              <a:buSzPct val="45000"/>
              <a:buFont typeface="Wingdings" charset="2"/>
              <a:buChar char=""/>
              <a:tabLst>
                <a:tab algn="l" pos="0"/>
              </a:tabLst>
            </a:pPr>
            <a:r>
              <a:rPr b="0" lang="en-US" sz="1350" strike="noStrike" u="none">
                <a:solidFill>
                  <a:schemeClr val="dk1"/>
                </a:solidFill>
                <a:effectLst/>
                <a:uFillTx/>
                <a:latin typeface="Calibri"/>
                <a:ea typeface="DejaVu Sans"/>
              </a:rPr>
              <a:t>Dynamic trust is a dynamic probability of being trusted by someone else and vice versa, where any mistake from both parties leads to its loss by some amount [3].</a:t>
            </a:r>
            <a:endParaRPr b="0" lang="en-US" sz="1350" strike="noStrike" u="none">
              <a:solidFill>
                <a:srgbClr val="000000"/>
              </a:solidFill>
              <a:effectLst/>
              <a:uFillTx/>
              <a:latin typeface="Arial"/>
            </a:endParaRPr>
          </a:p>
          <a:p>
            <a:pPr lvl="2" marL="1296000" indent="-288000" algn="just" defTabSz="685800">
              <a:lnSpc>
                <a:spcPct val="90000"/>
              </a:lnSpc>
              <a:spcBef>
                <a:spcPts val="850"/>
              </a:spcBef>
              <a:buClr>
                <a:srgbClr val="000000"/>
              </a:buClr>
              <a:buSzPct val="45000"/>
              <a:buFont typeface="Wingdings" charset="2"/>
              <a:buChar char=""/>
              <a:tabLst>
                <a:tab algn="l" pos="0"/>
              </a:tabLst>
            </a:pPr>
            <a:r>
              <a:rPr b="0" lang="en-US" sz="1350" strike="noStrike" u="none">
                <a:solidFill>
                  <a:schemeClr val="dk1"/>
                </a:solidFill>
                <a:effectLst/>
                <a:uFillTx/>
                <a:latin typeface="Calibri"/>
                <a:ea typeface="DejaVu Sans"/>
              </a:rPr>
              <a:t>Zero trust requires continuous verification evaluation of all actions and actors instead of granting full access within a protected perimeter, assuming operating in a hostile environment [4].</a:t>
            </a:r>
            <a:endParaRPr b="0" lang="en-US" sz="1350" strike="noStrike" u="none">
              <a:solidFill>
                <a:srgbClr val="000000"/>
              </a:solidFill>
              <a:effectLst/>
              <a:uFillTx/>
              <a:latin typeface="Arial"/>
            </a:endParaRPr>
          </a:p>
        </p:txBody>
      </p:sp>
      <p:sp>
        <p:nvSpPr>
          <p:cNvPr id="168" name="Прямоугольник 17"/>
          <p:cNvSpPr/>
          <p:nvPr/>
        </p:nvSpPr>
        <p:spPr>
          <a:xfrm>
            <a:off x="0" y="6146280"/>
            <a:ext cx="9148320" cy="723960"/>
          </a:xfrm>
          <a:prstGeom prst="rect">
            <a:avLst/>
          </a:prstGeom>
          <a:gradFill rotWithShape="0">
            <a:gsLst>
              <a:gs pos="35000">
                <a:srgbClr val="36acd8"/>
              </a:gs>
              <a:gs pos="78000">
                <a:srgbClr val="2e6ca4"/>
              </a:gs>
              <a:gs pos="100000">
                <a:srgbClr val="2e76a5"/>
              </a:gs>
            </a:gsLst>
            <a:lin ang="1080000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GB" sz="1800" strike="noStrike" u="none">
              <a:solidFill>
                <a:schemeClr val="lt1"/>
              </a:solidFill>
              <a:effectLst/>
              <a:uFillTx/>
              <a:latin typeface="Calibri"/>
            </a:endParaRPr>
          </a:p>
        </p:txBody>
      </p:sp>
      <p:pic>
        <p:nvPicPr>
          <p:cNvPr id="169" name="Picture 16" descr="A blue and black logo&#10;&#10;Description automatically generated"/>
          <p:cNvPicPr/>
          <p:nvPr/>
        </p:nvPicPr>
        <p:blipFill>
          <a:blip r:embed="rId3"/>
          <a:stretch/>
        </p:blipFill>
        <p:spPr>
          <a:xfrm>
            <a:off x="7293960" y="6266160"/>
            <a:ext cx="828000" cy="280800"/>
          </a:xfrm>
          <a:prstGeom prst="rect">
            <a:avLst/>
          </a:prstGeom>
          <a:noFill/>
          <a:ln w="0">
            <a:noFill/>
          </a:ln>
        </p:spPr>
      </p:pic>
      <p:pic>
        <p:nvPicPr>
          <p:cNvPr id="170" name="Picture 17" descr="A blue text on a black background&#10;&#10;Description automatically generated"/>
          <p:cNvPicPr/>
          <p:nvPr/>
        </p:nvPicPr>
        <p:blipFill>
          <a:blip r:embed="rId4"/>
          <a:stretch/>
        </p:blipFill>
        <p:spPr>
          <a:xfrm>
            <a:off x="8315640" y="6271920"/>
            <a:ext cx="749880" cy="269280"/>
          </a:xfrm>
          <a:prstGeom prst="rect">
            <a:avLst/>
          </a:prstGeom>
          <a:noFill/>
          <a:ln w="0">
            <a:noFill/>
          </a:ln>
        </p:spPr>
      </p:pic>
      <p:pic>
        <p:nvPicPr>
          <p:cNvPr id="171" name="Рисунок 47" descr="Изображение выглядит как текст, снимок экрана, Шрифт, Графика&#10;&#10;Автоматически созданное описание"/>
          <p:cNvPicPr/>
          <p:nvPr/>
        </p:nvPicPr>
        <p:blipFill>
          <a:blip r:embed="rId5"/>
          <a:stretch/>
        </p:blipFill>
        <p:spPr>
          <a:xfrm>
            <a:off x="-228240" y="5824440"/>
            <a:ext cx="1586160" cy="1428120"/>
          </a:xfrm>
          <a:prstGeom prst="rect">
            <a:avLst/>
          </a:prstGeom>
          <a:noFill/>
          <a:ln w="0">
            <a:noFill/>
          </a:ln>
        </p:spPr>
      </p:pic>
      <p:pic>
        <p:nvPicPr>
          <p:cNvPr id="172" name="Рисунок 48" descr="Изображение выглядит как текст, символ, логотип, эмблема&#10;&#10;Автоматически созданное описание"/>
          <p:cNvPicPr/>
          <p:nvPr/>
        </p:nvPicPr>
        <p:blipFill>
          <a:blip r:embed="rId6"/>
          <a:stretch/>
        </p:blipFill>
        <p:spPr>
          <a:xfrm>
            <a:off x="5482800" y="6247080"/>
            <a:ext cx="824040" cy="618120"/>
          </a:xfrm>
          <a:prstGeom prst="rect">
            <a:avLst/>
          </a:prstGeom>
          <a:noFill/>
          <a:ln w="0">
            <a:noFill/>
          </a:ln>
        </p:spPr>
      </p:pic>
      <p:pic>
        <p:nvPicPr>
          <p:cNvPr id="173" name="Рисунок 49" descr="Изображение выглядит как Шрифт, Графика, текст, круг&#10;&#10;Автоматически созданное описание"/>
          <p:cNvPicPr/>
          <p:nvPr/>
        </p:nvPicPr>
        <p:blipFill>
          <a:blip r:embed="rId7"/>
          <a:stretch/>
        </p:blipFill>
        <p:spPr>
          <a:xfrm>
            <a:off x="1195200" y="6290280"/>
            <a:ext cx="783360" cy="401400"/>
          </a:xfrm>
          <a:prstGeom prst="rect">
            <a:avLst/>
          </a:prstGeom>
          <a:noFill/>
          <a:ln w="0">
            <a:noFill/>
          </a:ln>
        </p:spPr>
      </p:pic>
      <p:pic>
        <p:nvPicPr>
          <p:cNvPr id="174" name="Рисунок 50" descr="Изображение выглядит как круг, сфера, планета, полнолуние&#10;&#10;Автоматически созданное описание"/>
          <p:cNvPicPr/>
          <p:nvPr/>
        </p:nvPicPr>
        <p:blipFill>
          <a:blip r:embed="rId8"/>
          <a:stretch/>
        </p:blipFill>
        <p:spPr>
          <a:xfrm>
            <a:off x="4861800" y="6199560"/>
            <a:ext cx="535320" cy="618120"/>
          </a:xfrm>
          <a:prstGeom prst="rect">
            <a:avLst/>
          </a:prstGeom>
          <a:noFill/>
          <a:ln w="0">
            <a:noFill/>
          </a:ln>
        </p:spPr>
      </p:pic>
      <p:pic>
        <p:nvPicPr>
          <p:cNvPr id="175" name="Объект 10" descr=""/>
          <p:cNvPicPr/>
          <p:nvPr/>
        </p:nvPicPr>
        <p:blipFill>
          <a:blip r:embed="rId9"/>
          <a:stretch/>
        </p:blipFill>
        <p:spPr>
          <a:xfrm>
            <a:off x="2227320" y="6233040"/>
            <a:ext cx="749880" cy="506880"/>
          </a:xfrm>
          <a:prstGeom prst="rect">
            <a:avLst/>
          </a:prstGeom>
          <a:noFill/>
          <a:ln w="0">
            <a:noFill/>
          </a:ln>
        </p:spPr>
      </p:pic>
      <p:pic>
        <p:nvPicPr>
          <p:cNvPr id="176" name="Рисунок 51" descr="Изображение выглядит как текст, Графика, Шрифт, графический дизайн&#10;&#10;Автоматически созданное описание"/>
          <p:cNvPicPr/>
          <p:nvPr/>
        </p:nvPicPr>
        <p:blipFill>
          <a:blip r:embed="rId10"/>
          <a:stretch/>
        </p:blipFill>
        <p:spPr>
          <a:xfrm>
            <a:off x="6508800" y="6171120"/>
            <a:ext cx="597240" cy="597240"/>
          </a:xfrm>
          <a:prstGeom prst="rect">
            <a:avLst/>
          </a:prstGeom>
          <a:noFill/>
          <a:ln w="0">
            <a:noFill/>
          </a:ln>
        </p:spPr>
      </p:pic>
      <p:pic>
        <p:nvPicPr>
          <p:cNvPr id="177" name="Рисунок 52" descr="Изображение выглядит как текст, Шрифт, Графика, графический дизайн&#10;&#10;Автоматически созданное описание"/>
          <p:cNvPicPr/>
          <p:nvPr/>
        </p:nvPicPr>
        <p:blipFill>
          <a:blip r:embed="rId11"/>
          <a:stretch/>
        </p:blipFill>
        <p:spPr>
          <a:xfrm>
            <a:off x="3225960" y="6229800"/>
            <a:ext cx="555840" cy="493560"/>
          </a:xfrm>
          <a:prstGeom prst="rect">
            <a:avLst/>
          </a:prstGeom>
          <a:noFill/>
          <a:ln w="0">
            <a:noFill/>
          </a:ln>
        </p:spPr>
      </p:pic>
      <p:pic>
        <p:nvPicPr>
          <p:cNvPr id="178" name="Picture 18" descr=""/>
          <p:cNvPicPr/>
          <p:nvPr/>
        </p:nvPicPr>
        <p:blipFill>
          <a:blip r:embed="rId12"/>
          <a:stretch/>
        </p:blipFill>
        <p:spPr>
          <a:xfrm>
            <a:off x="4082040" y="6233040"/>
            <a:ext cx="510840" cy="506880"/>
          </a:xfrm>
          <a:prstGeom prst="rect">
            <a:avLst/>
          </a:prstGeom>
          <a:noFill/>
          <a:ln w="0">
            <a:noFill/>
          </a:ln>
        </p:spPr>
      </p:pic>
      <p:pic>
        <p:nvPicPr>
          <p:cNvPr id="179" name="" descr=""/>
          <p:cNvPicPr/>
          <p:nvPr/>
        </p:nvPicPr>
        <p:blipFill>
          <a:blip r:embed="rId13"/>
          <a:stretch/>
        </p:blipFill>
        <p:spPr>
          <a:xfrm>
            <a:off x="1251000" y="4653000"/>
            <a:ext cx="4005720" cy="1290240"/>
          </a:xfrm>
          <a:prstGeom prst="rect">
            <a:avLst/>
          </a:prstGeom>
          <a:noFill/>
          <a:ln w="0">
            <a:noFill/>
          </a:ln>
        </p:spPr>
      </p:pic>
      <p:sp>
        <p:nvSpPr>
          <p:cNvPr id="180" name=""/>
          <p:cNvSpPr/>
          <p:nvPr/>
        </p:nvSpPr>
        <p:spPr>
          <a:xfrm>
            <a:off x="5379120" y="5127480"/>
            <a:ext cx="2742840" cy="455400"/>
          </a:xfrm>
          <a:prstGeom prst="rect">
            <a:avLst/>
          </a:prstGeom>
          <a:noFill/>
          <a:ln w="0">
            <a:noFill/>
          </a:ln>
        </p:spPr>
        <p:style>
          <a:lnRef idx="0"/>
          <a:fillRef idx="0"/>
          <a:effectRef idx="0"/>
          <a:fontRef idx="minor"/>
        </p:style>
        <p:txBody>
          <a:bodyPr lIns="90000" rIns="90000" tIns="45000" bIns="45000" anchor="t">
            <a:spAutoFit/>
          </a:bodyPr>
          <a:p>
            <a:pPr algn="just">
              <a:lnSpc>
                <a:spcPct val="100000"/>
              </a:lnSpc>
            </a:pPr>
            <a:r>
              <a:rPr b="0" lang="en-US" sz="1200" strike="noStrike" u="none">
                <a:solidFill>
                  <a:srgbClr val="000000"/>
                </a:solidFill>
                <a:effectLst/>
                <a:uFillTx/>
                <a:latin typeface="Arial"/>
              </a:rPr>
              <a:t>Figure 5: An intermediary system between design and implementation.</a:t>
            </a:r>
            <a:endParaRPr b="0" lang="en-US" sz="12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1" name="Прямоугольник 18"/>
          <p:cNvSpPr/>
          <p:nvPr/>
        </p:nvSpPr>
        <p:spPr>
          <a:xfrm>
            <a:off x="-5760" y="0"/>
            <a:ext cx="9148320" cy="723960"/>
          </a:xfrm>
          <a:prstGeom prst="rect">
            <a:avLst/>
          </a:prstGeom>
          <a:gradFill rotWithShape="0">
            <a:gsLst>
              <a:gs pos="35000">
                <a:srgbClr val="36acd8"/>
              </a:gs>
              <a:gs pos="78000">
                <a:srgbClr val="2e6ca4"/>
              </a:gs>
              <a:gs pos="100000">
                <a:srgbClr val="2e76a5"/>
              </a:gs>
            </a:gsLst>
            <a:lin ang="1080000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182" name="Прямоугольник 19"/>
          <p:cNvSpPr/>
          <p:nvPr/>
        </p:nvSpPr>
        <p:spPr>
          <a:xfrm>
            <a:off x="8604360" y="-2880"/>
            <a:ext cx="205200" cy="795240"/>
          </a:xfrm>
          <a:prstGeom prst="rect">
            <a:avLst/>
          </a:prstGeom>
          <a:solidFill>
            <a:srgbClr val="ffffff"/>
          </a:solidFill>
          <a:ln>
            <a:noFill/>
          </a:ln>
        </p:spPr>
        <p:style>
          <a:lnRef idx="2">
            <a:schemeClr val="accent1"/>
          </a:lnRef>
          <a:fillRef idx="1">
            <a:schemeClr val="l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dk1"/>
              </a:solidFill>
              <a:effectLst/>
              <a:uFillTx/>
              <a:latin typeface="Calibri"/>
            </a:endParaRPr>
          </a:p>
        </p:txBody>
      </p:sp>
      <p:sp>
        <p:nvSpPr>
          <p:cNvPr id="183" name="Пятиугольник 6"/>
          <p:cNvSpPr/>
          <p:nvPr/>
        </p:nvSpPr>
        <p:spPr>
          <a:xfrm rot="5400000">
            <a:off x="17640" y="100440"/>
            <a:ext cx="900360" cy="696960"/>
          </a:xfrm>
          <a:prstGeom prst="homePlate">
            <a:avLst>
              <a:gd name="adj" fmla="val 22381"/>
            </a:avLst>
          </a:prstGeom>
          <a:solidFill>
            <a:srgbClr val="1cbaeb"/>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ru-RU" sz="1800" strike="noStrike" u="none">
              <a:solidFill>
                <a:schemeClr val="lt1"/>
              </a:solidFill>
              <a:effectLst/>
              <a:uFillTx/>
              <a:latin typeface="Calibri"/>
            </a:endParaRPr>
          </a:p>
        </p:txBody>
      </p:sp>
      <p:pic>
        <p:nvPicPr>
          <p:cNvPr id="184" name="Рисунок 53" descr=""/>
          <p:cNvPicPr/>
          <p:nvPr/>
        </p:nvPicPr>
        <p:blipFill>
          <a:blip r:embed="rId1"/>
          <a:stretch/>
        </p:blipFill>
        <p:spPr>
          <a:xfrm>
            <a:off x="170640" y="276120"/>
            <a:ext cx="592200" cy="304200"/>
          </a:xfrm>
          <a:prstGeom prst="rect">
            <a:avLst/>
          </a:prstGeom>
          <a:noFill/>
          <a:ln w="0">
            <a:noFill/>
          </a:ln>
        </p:spPr>
      </p:pic>
      <p:sp>
        <p:nvSpPr>
          <p:cNvPr id="185" name="PlaceHolder 1"/>
          <p:cNvSpPr>
            <a:spLocks noGrp="1"/>
          </p:cNvSpPr>
          <p:nvPr>
            <p:ph type="title"/>
          </p:nvPr>
        </p:nvSpPr>
        <p:spPr>
          <a:xfrm>
            <a:off x="240840" y="58320"/>
            <a:ext cx="3310200" cy="370440"/>
          </a:xfrm>
          <a:prstGeom prst="rect">
            <a:avLst/>
          </a:prstGeom>
          <a:noFill/>
          <a:ln w="0">
            <a:noFill/>
          </a:ln>
        </p:spPr>
        <p:txBody>
          <a:bodyPr lIns="91440" rIns="91440" tIns="45720" bIns="45720" anchor="ctr">
            <a:spAutoFit/>
          </a:bodyPr>
          <a:p>
            <a:pPr indent="0" algn="ctr" defTabSz="685800">
              <a:lnSpc>
                <a:spcPct val="90000"/>
              </a:lnSpc>
              <a:buNone/>
              <a:tabLst>
                <a:tab algn="l" pos="0"/>
              </a:tabLst>
            </a:pPr>
            <a:r>
              <a:rPr b="1" lang="en-US" sz="2000" strike="noStrike" u="none">
                <a:solidFill>
                  <a:schemeClr val="lt1"/>
                </a:solidFill>
                <a:effectLst/>
                <a:uFillTx/>
                <a:latin typeface="Times New Roman"/>
                <a:ea typeface="Times New Roman"/>
              </a:rPr>
              <a:t>20</a:t>
            </a:r>
            <a:r>
              <a:rPr b="1" lang="uk-UA" sz="2000" strike="noStrike" u="none">
                <a:solidFill>
                  <a:schemeClr val="lt1"/>
                </a:solidFill>
                <a:effectLst/>
                <a:uFillTx/>
                <a:latin typeface="Times New Roman"/>
                <a:ea typeface="Times New Roman"/>
              </a:rPr>
              <a:t>2</a:t>
            </a:r>
            <a:r>
              <a:rPr b="1" lang="ru-RU" sz="2000" strike="noStrike" u="none">
                <a:solidFill>
                  <a:schemeClr val="lt1"/>
                </a:solidFill>
                <a:effectLst/>
                <a:uFillTx/>
                <a:latin typeface="Times New Roman"/>
                <a:ea typeface="Times New Roman"/>
              </a:rPr>
              <a:t>6</a:t>
            </a:r>
            <a:r>
              <a:rPr b="1" lang="en-US" sz="2000" strike="noStrike" u="none">
                <a:solidFill>
                  <a:schemeClr val="lt1"/>
                </a:solidFill>
                <a:effectLst/>
                <a:uFillTx/>
                <a:latin typeface="Times New Roman"/>
                <a:ea typeface="Times New Roman"/>
              </a:rPr>
              <a:t> IEEE SIST</a:t>
            </a:r>
            <a:endParaRPr b="0" lang="en-US" sz="2000" strike="noStrike" u="none">
              <a:solidFill>
                <a:srgbClr val="000000"/>
              </a:solidFill>
              <a:effectLst/>
              <a:uFillTx/>
              <a:latin typeface="Arial"/>
            </a:endParaRPr>
          </a:p>
        </p:txBody>
      </p:sp>
      <p:pic>
        <p:nvPicPr>
          <p:cNvPr id="186" name="Рисунок 54" descr=""/>
          <p:cNvPicPr/>
          <p:nvPr/>
        </p:nvPicPr>
        <p:blipFill>
          <a:blip r:embed="rId2"/>
          <a:stretch/>
        </p:blipFill>
        <p:spPr>
          <a:xfrm>
            <a:off x="7839720" y="-2880"/>
            <a:ext cx="1302840" cy="795240"/>
          </a:xfrm>
          <a:prstGeom prst="rect">
            <a:avLst/>
          </a:prstGeom>
          <a:noFill/>
          <a:ln w="0">
            <a:noFill/>
          </a:ln>
        </p:spPr>
      </p:pic>
      <p:sp>
        <p:nvSpPr>
          <p:cNvPr id="187" name="PlaceHolder 2"/>
          <p:cNvSpPr>
            <a:spLocks noGrp="1"/>
          </p:cNvSpPr>
          <p:nvPr>
            <p:ph/>
          </p:nvPr>
        </p:nvSpPr>
        <p:spPr>
          <a:xfrm>
            <a:off x="123480" y="1256400"/>
            <a:ext cx="4676760" cy="4458240"/>
          </a:xfrm>
          <a:prstGeom prst="rect">
            <a:avLst/>
          </a:prstGeom>
          <a:noFill/>
          <a:ln w="0">
            <a:noFill/>
          </a:ln>
        </p:spPr>
        <p:txBody>
          <a:bodyPr lIns="91440" rIns="91440" tIns="45720" bIns="45720" anchor="t">
            <a:noAutofit/>
          </a:bodyPr>
          <a:p>
            <a:pPr marL="171360" indent="0" defTabSz="685800">
              <a:lnSpc>
                <a:spcPct val="90000"/>
              </a:lnSpc>
              <a:spcBef>
                <a:spcPts val="751"/>
              </a:spcBef>
              <a:buNone/>
              <a:tabLst>
                <a:tab algn="l" pos="0"/>
              </a:tabLst>
            </a:pPr>
            <a:r>
              <a:rPr b="0" lang="en-US" sz="2100" strike="noStrike" u="none">
                <a:solidFill>
                  <a:schemeClr val="dk1"/>
                </a:solidFill>
                <a:effectLst/>
                <a:uFillTx/>
                <a:latin typeface="Calibri"/>
              </a:rPr>
              <a:t>Theoretical methodology</a:t>
            </a:r>
            <a:endParaRPr b="0" lang="en-US" sz="2100" strike="noStrike" u="none">
              <a:solidFill>
                <a:srgbClr val="000000"/>
              </a:solidFill>
              <a:effectLst/>
              <a:uFillTx/>
              <a:latin typeface="Arial"/>
            </a:endParaRPr>
          </a:p>
          <a:p>
            <a:pPr lvl="1" marL="864000" indent="-324000" algn="just" defTabSz="685800">
              <a:lnSpc>
                <a:spcPct val="90000"/>
              </a:lnSpc>
              <a:spcBef>
                <a:spcPts val="1191"/>
              </a:spcBef>
              <a:spcAft>
                <a:spcPts val="992"/>
              </a:spcAft>
              <a:buClr>
                <a:srgbClr val="000000"/>
              </a:buClr>
              <a:buSzPct val="75000"/>
              <a:buFont typeface="Symbol" charset="2"/>
              <a:buChar char=""/>
              <a:tabLst>
                <a:tab algn="l" pos="0"/>
              </a:tabLst>
            </a:pPr>
            <a:r>
              <a:rPr b="0" lang="en-US" sz="1500" strike="noStrike" u="none">
                <a:solidFill>
                  <a:schemeClr val="dk1"/>
                </a:solidFill>
                <a:effectLst/>
                <a:uFillTx/>
                <a:latin typeface="Calibri"/>
                <a:ea typeface="DejaVu Sans"/>
              </a:rPr>
              <a:t>As illustrated in Figure 6, we propose a paradigm shift by redirecting the purpose of existing solutions of malware analysis toward regular developers to gain in-depth insights of potential threats. This form of software examination is attended within isolated execution environments as preventive mechanism and continuous security lifecycle for any component in IT infrastructure. </a:t>
            </a:r>
            <a:endParaRPr b="0" lang="en-US" sz="1500" strike="noStrike" u="none">
              <a:solidFill>
                <a:srgbClr val="000000"/>
              </a:solidFill>
              <a:effectLst/>
              <a:uFillTx/>
              <a:latin typeface="Arial"/>
            </a:endParaRPr>
          </a:p>
          <a:p>
            <a:pPr lvl="1" marL="864000" indent="-324000" algn="just" defTabSz="685800">
              <a:lnSpc>
                <a:spcPct val="90000"/>
              </a:lnSpc>
              <a:spcBef>
                <a:spcPts val="1191"/>
              </a:spcBef>
              <a:spcAft>
                <a:spcPts val="992"/>
              </a:spcAft>
              <a:buClr>
                <a:srgbClr val="000000"/>
              </a:buClr>
              <a:buSzPct val="75000"/>
              <a:buFont typeface="Symbol" charset="2"/>
              <a:buChar char=""/>
              <a:tabLst>
                <a:tab algn="l" pos="0"/>
              </a:tabLst>
            </a:pPr>
            <a:r>
              <a:rPr b="0" lang="en-US" sz="1500" strike="noStrike" u="none">
                <a:solidFill>
                  <a:schemeClr val="dk1"/>
                </a:solidFill>
                <a:effectLst/>
                <a:uFillTx/>
                <a:latin typeface="Calibri"/>
                <a:ea typeface="DejaVu Sans"/>
              </a:rPr>
              <a:t>It is only a theoretical concept without strict details on technical aspects to be technology-agnostic and portable to other ecosystems. </a:t>
            </a:r>
            <a:endParaRPr b="0" lang="en-US" sz="1500" strike="noStrike" u="none">
              <a:solidFill>
                <a:srgbClr val="000000"/>
              </a:solidFill>
              <a:effectLst/>
              <a:uFillTx/>
              <a:latin typeface="Arial"/>
            </a:endParaRPr>
          </a:p>
        </p:txBody>
      </p:sp>
      <p:sp>
        <p:nvSpPr>
          <p:cNvPr id="188" name="Прямоугольник 20"/>
          <p:cNvSpPr/>
          <p:nvPr/>
        </p:nvSpPr>
        <p:spPr>
          <a:xfrm>
            <a:off x="0" y="6146280"/>
            <a:ext cx="9148320" cy="723960"/>
          </a:xfrm>
          <a:prstGeom prst="rect">
            <a:avLst/>
          </a:prstGeom>
          <a:gradFill rotWithShape="0">
            <a:gsLst>
              <a:gs pos="35000">
                <a:srgbClr val="36acd8"/>
              </a:gs>
              <a:gs pos="78000">
                <a:srgbClr val="2e6ca4"/>
              </a:gs>
              <a:gs pos="100000">
                <a:srgbClr val="2e76a5"/>
              </a:gs>
            </a:gsLst>
            <a:lin ang="1080000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GB" sz="1800" strike="noStrike" u="none">
              <a:solidFill>
                <a:schemeClr val="lt1"/>
              </a:solidFill>
              <a:effectLst/>
              <a:uFillTx/>
              <a:latin typeface="Calibri"/>
            </a:endParaRPr>
          </a:p>
        </p:txBody>
      </p:sp>
      <p:pic>
        <p:nvPicPr>
          <p:cNvPr id="189" name="Picture 19" descr="A blue and black logo&#10;&#10;Description automatically generated"/>
          <p:cNvPicPr/>
          <p:nvPr/>
        </p:nvPicPr>
        <p:blipFill>
          <a:blip r:embed="rId3"/>
          <a:stretch/>
        </p:blipFill>
        <p:spPr>
          <a:xfrm>
            <a:off x="7293960" y="6266160"/>
            <a:ext cx="828000" cy="280800"/>
          </a:xfrm>
          <a:prstGeom prst="rect">
            <a:avLst/>
          </a:prstGeom>
          <a:noFill/>
          <a:ln w="0">
            <a:noFill/>
          </a:ln>
        </p:spPr>
      </p:pic>
      <p:pic>
        <p:nvPicPr>
          <p:cNvPr id="190" name="Picture 20" descr="A blue text on a black background&#10;&#10;Description automatically generated"/>
          <p:cNvPicPr/>
          <p:nvPr/>
        </p:nvPicPr>
        <p:blipFill>
          <a:blip r:embed="rId4"/>
          <a:stretch/>
        </p:blipFill>
        <p:spPr>
          <a:xfrm>
            <a:off x="8315640" y="6271920"/>
            <a:ext cx="749880" cy="269280"/>
          </a:xfrm>
          <a:prstGeom prst="rect">
            <a:avLst/>
          </a:prstGeom>
          <a:noFill/>
          <a:ln w="0">
            <a:noFill/>
          </a:ln>
        </p:spPr>
      </p:pic>
      <p:pic>
        <p:nvPicPr>
          <p:cNvPr id="191" name="Рисунок 55" descr="Изображение выглядит как текст, снимок экрана, Шрифт, Графика&#10;&#10;Автоматически созданное описание"/>
          <p:cNvPicPr/>
          <p:nvPr/>
        </p:nvPicPr>
        <p:blipFill>
          <a:blip r:embed="rId5"/>
          <a:stretch/>
        </p:blipFill>
        <p:spPr>
          <a:xfrm>
            <a:off x="-228240" y="5824440"/>
            <a:ext cx="1586160" cy="1428120"/>
          </a:xfrm>
          <a:prstGeom prst="rect">
            <a:avLst/>
          </a:prstGeom>
          <a:noFill/>
          <a:ln w="0">
            <a:noFill/>
          </a:ln>
        </p:spPr>
      </p:pic>
      <p:pic>
        <p:nvPicPr>
          <p:cNvPr id="192" name="Рисунок 56" descr="Изображение выглядит как текст, символ, логотип, эмблема&#10;&#10;Автоматически созданное описание"/>
          <p:cNvPicPr/>
          <p:nvPr/>
        </p:nvPicPr>
        <p:blipFill>
          <a:blip r:embed="rId6"/>
          <a:stretch/>
        </p:blipFill>
        <p:spPr>
          <a:xfrm>
            <a:off x="5482800" y="6247080"/>
            <a:ext cx="824040" cy="618120"/>
          </a:xfrm>
          <a:prstGeom prst="rect">
            <a:avLst/>
          </a:prstGeom>
          <a:noFill/>
          <a:ln w="0">
            <a:noFill/>
          </a:ln>
        </p:spPr>
      </p:pic>
      <p:pic>
        <p:nvPicPr>
          <p:cNvPr id="193" name="Рисунок 57" descr="Изображение выглядит как Шрифт, Графика, текст, круг&#10;&#10;Автоматически созданное описание"/>
          <p:cNvPicPr/>
          <p:nvPr/>
        </p:nvPicPr>
        <p:blipFill>
          <a:blip r:embed="rId7"/>
          <a:stretch/>
        </p:blipFill>
        <p:spPr>
          <a:xfrm>
            <a:off x="1195200" y="6290280"/>
            <a:ext cx="783360" cy="401400"/>
          </a:xfrm>
          <a:prstGeom prst="rect">
            <a:avLst/>
          </a:prstGeom>
          <a:noFill/>
          <a:ln w="0">
            <a:noFill/>
          </a:ln>
        </p:spPr>
      </p:pic>
      <p:pic>
        <p:nvPicPr>
          <p:cNvPr id="194" name="Рисунок 58" descr="Изображение выглядит как круг, сфера, планета, полнолуние&#10;&#10;Автоматически созданное описание"/>
          <p:cNvPicPr/>
          <p:nvPr/>
        </p:nvPicPr>
        <p:blipFill>
          <a:blip r:embed="rId8"/>
          <a:stretch/>
        </p:blipFill>
        <p:spPr>
          <a:xfrm>
            <a:off x="4861800" y="6199560"/>
            <a:ext cx="535320" cy="618120"/>
          </a:xfrm>
          <a:prstGeom prst="rect">
            <a:avLst/>
          </a:prstGeom>
          <a:noFill/>
          <a:ln w="0">
            <a:noFill/>
          </a:ln>
        </p:spPr>
      </p:pic>
      <p:pic>
        <p:nvPicPr>
          <p:cNvPr id="195" name="Объект 12" descr=""/>
          <p:cNvPicPr/>
          <p:nvPr/>
        </p:nvPicPr>
        <p:blipFill>
          <a:blip r:embed="rId9"/>
          <a:stretch/>
        </p:blipFill>
        <p:spPr>
          <a:xfrm>
            <a:off x="2227320" y="6233040"/>
            <a:ext cx="749880" cy="506880"/>
          </a:xfrm>
          <a:prstGeom prst="rect">
            <a:avLst/>
          </a:prstGeom>
          <a:noFill/>
          <a:ln w="0">
            <a:noFill/>
          </a:ln>
        </p:spPr>
      </p:pic>
      <p:pic>
        <p:nvPicPr>
          <p:cNvPr id="196" name="Рисунок 59" descr="Изображение выглядит как текст, Графика, Шрифт, графический дизайн&#10;&#10;Автоматически созданное описание"/>
          <p:cNvPicPr/>
          <p:nvPr/>
        </p:nvPicPr>
        <p:blipFill>
          <a:blip r:embed="rId10"/>
          <a:stretch/>
        </p:blipFill>
        <p:spPr>
          <a:xfrm>
            <a:off x="6508800" y="6171120"/>
            <a:ext cx="597240" cy="597240"/>
          </a:xfrm>
          <a:prstGeom prst="rect">
            <a:avLst/>
          </a:prstGeom>
          <a:noFill/>
          <a:ln w="0">
            <a:noFill/>
          </a:ln>
        </p:spPr>
      </p:pic>
      <p:pic>
        <p:nvPicPr>
          <p:cNvPr id="197" name="Рисунок 60" descr="Изображение выглядит как текст, Шрифт, Графика, графический дизайн&#10;&#10;Автоматически созданное описание"/>
          <p:cNvPicPr/>
          <p:nvPr/>
        </p:nvPicPr>
        <p:blipFill>
          <a:blip r:embed="rId11"/>
          <a:stretch/>
        </p:blipFill>
        <p:spPr>
          <a:xfrm>
            <a:off x="3225960" y="6229800"/>
            <a:ext cx="555840" cy="493560"/>
          </a:xfrm>
          <a:prstGeom prst="rect">
            <a:avLst/>
          </a:prstGeom>
          <a:noFill/>
          <a:ln w="0">
            <a:noFill/>
          </a:ln>
        </p:spPr>
      </p:pic>
      <p:pic>
        <p:nvPicPr>
          <p:cNvPr id="198" name="Picture 21" descr=""/>
          <p:cNvPicPr/>
          <p:nvPr/>
        </p:nvPicPr>
        <p:blipFill>
          <a:blip r:embed="rId12"/>
          <a:stretch/>
        </p:blipFill>
        <p:spPr>
          <a:xfrm>
            <a:off x="4082040" y="6233040"/>
            <a:ext cx="510840" cy="506880"/>
          </a:xfrm>
          <a:prstGeom prst="rect">
            <a:avLst/>
          </a:prstGeom>
          <a:noFill/>
          <a:ln w="0">
            <a:noFill/>
          </a:ln>
        </p:spPr>
      </p:pic>
      <p:pic>
        <p:nvPicPr>
          <p:cNvPr id="199" name="" descr=""/>
          <p:cNvPicPr/>
          <p:nvPr/>
        </p:nvPicPr>
        <p:blipFill>
          <a:blip r:embed="rId13"/>
          <a:stretch/>
        </p:blipFill>
        <p:spPr>
          <a:xfrm>
            <a:off x="5049720" y="1756800"/>
            <a:ext cx="3820320" cy="2357640"/>
          </a:xfrm>
          <a:prstGeom prst="rect">
            <a:avLst/>
          </a:prstGeom>
          <a:noFill/>
          <a:ln w="0">
            <a:noFill/>
          </a:ln>
        </p:spPr>
      </p:pic>
      <p:sp>
        <p:nvSpPr>
          <p:cNvPr id="200" name=""/>
          <p:cNvSpPr/>
          <p:nvPr/>
        </p:nvSpPr>
        <p:spPr>
          <a:xfrm>
            <a:off x="5029560" y="4219560"/>
            <a:ext cx="3885480" cy="1004040"/>
          </a:xfrm>
          <a:prstGeom prst="rect">
            <a:avLst/>
          </a:prstGeom>
          <a:noFill/>
          <a:ln w="0">
            <a:noFill/>
          </a:ln>
        </p:spPr>
        <p:style>
          <a:lnRef idx="0"/>
          <a:fillRef idx="0"/>
          <a:effectRef idx="0"/>
          <a:fontRef idx="minor"/>
        </p:style>
        <p:txBody>
          <a:bodyPr lIns="90000" rIns="90000" tIns="45000" bIns="45000" anchor="t">
            <a:spAutoFit/>
          </a:bodyPr>
          <a:p>
            <a:pPr algn="just">
              <a:lnSpc>
                <a:spcPct val="100000"/>
              </a:lnSpc>
            </a:pPr>
            <a:r>
              <a:rPr b="0" lang="en-US" sz="1200" strike="noStrike" u="none">
                <a:solidFill>
                  <a:srgbClr val="000000"/>
                </a:solidFill>
                <a:effectLst/>
                <a:uFillTx/>
                <a:latin typeface="Arial"/>
              </a:rPr>
              <a:t>Figure 6: Transition to cycle of continuous security (SOC - security operations center; MSSP - managed security service provider): (1) Passive analysis with sandboxes and honeypots. (2) Reactive analysis with digital twins of IT infrastructures with AI agents.</a:t>
            </a:r>
            <a:endParaRPr b="0" lang="en-US" sz="12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1" name="Прямоугольник 1"/>
          <p:cNvSpPr/>
          <p:nvPr/>
        </p:nvSpPr>
        <p:spPr>
          <a:xfrm>
            <a:off x="-5760" y="0"/>
            <a:ext cx="9148320" cy="723960"/>
          </a:xfrm>
          <a:prstGeom prst="rect">
            <a:avLst/>
          </a:prstGeom>
          <a:gradFill rotWithShape="0">
            <a:gsLst>
              <a:gs pos="35000">
                <a:srgbClr val="36acd8"/>
              </a:gs>
              <a:gs pos="78000">
                <a:srgbClr val="2e6ca4"/>
              </a:gs>
              <a:gs pos="100000">
                <a:srgbClr val="2e76a5"/>
              </a:gs>
            </a:gsLst>
            <a:lin ang="1080000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202" name="Прямоугольник 2"/>
          <p:cNvSpPr/>
          <p:nvPr/>
        </p:nvSpPr>
        <p:spPr>
          <a:xfrm>
            <a:off x="8604360" y="-2880"/>
            <a:ext cx="205200" cy="795240"/>
          </a:xfrm>
          <a:prstGeom prst="rect">
            <a:avLst/>
          </a:prstGeom>
          <a:solidFill>
            <a:srgbClr val="ffffff"/>
          </a:solidFill>
          <a:ln>
            <a:noFill/>
          </a:ln>
        </p:spPr>
        <p:style>
          <a:lnRef idx="2">
            <a:schemeClr val="accent1"/>
          </a:lnRef>
          <a:fillRef idx="1">
            <a:schemeClr val="l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dk1"/>
              </a:solidFill>
              <a:effectLst/>
              <a:uFillTx/>
              <a:latin typeface="Calibri"/>
            </a:endParaRPr>
          </a:p>
        </p:txBody>
      </p:sp>
      <p:sp>
        <p:nvSpPr>
          <p:cNvPr id="203" name="Пятиугольник 1"/>
          <p:cNvSpPr/>
          <p:nvPr/>
        </p:nvSpPr>
        <p:spPr>
          <a:xfrm rot="5400000">
            <a:off x="17640" y="100440"/>
            <a:ext cx="900360" cy="696960"/>
          </a:xfrm>
          <a:prstGeom prst="homePlate">
            <a:avLst>
              <a:gd name="adj" fmla="val 22381"/>
            </a:avLst>
          </a:prstGeom>
          <a:solidFill>
            <a:srgbClr val="1cbaeb"/>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ru-RU" sz="1800" strike="noStrike" u="none">
              <a:solidFill>
                <a:schemeClr val="lt1"/>
              </a:solidFill>
              <a:effectLst/>
              <a:uFillTx/>
              <a:latin typeface="Calibri"/>
            </a:endParaRPr>
          </a:p>
        </p:txBody>
      </p:sp>
      <p:pic>
        <p:nvPicPr>
          <p:cNvPr id="204" name="Рисунок 1" descr=""/>
          <p:cNvPicPr/>
          <p:nvPr/>
        </p:nvPicPr>
        <p:blipFill>
          <a:blip r:embed="rId1"/>
          <a:stretch/>
        </p:blipFill>
        <p:spPr>
          <a:xfrm>
            <a:off x="170640" y="276120"/>
            <a:ext cx="592200" cy="304200"/>
          </a:xfrm>
          <a:prstGeom prst="rect">
            <a:avLst/>
          </a:prstGeom>
          <a:noFill/>
          <a:ln w="0">
            <a:noFill/>
          </a:ln>
        </p:spPr>
      </p:pic>
      <p:sp>
        <p:nvSpPr>
          <p:cNvPr id="205" name="PlaceHolder 1"/>
          <p:cNvSpPr>
            <a:spLocks noGrp="1"/>
          </p:cNvSpPr>
          <p:nvPr>
            <p:ph type="title"/>
          </p:nvPr>
        </p:nvSpPr>
        <p:spPr>
          <a:xfrm>
            <a:off x="240840" y="58320"/>
            <a:ext cx="3310200" cy="370440"/>
          </a:xfrm>
          <a:prstGeom prst="rect">
            <a:avLst/>
          </a:prstGeom>
          <a:noFill/>
          <a:ln w="0">
            <a:noFill/>
          </a:ln>
        </p:spPr>
        <p:txBody>
          <a:bodyPr lIns="91440" rIns="91440" tIns="45720" bIns="45720" anchor="ctr">
            <a:spAutoFit/>
          </a:bodyPr>
          <a:p>
            <a:pPr indent="0" algn="ctr" defTabSz="685800">
              <a:lnSpc>
                <a:spcPct val="90000"/>
              </a:lnSpc>
              <a:buNone/>
              <a:tabLst>
                <a:tab algn="l" pos="0"/>
              </a:tabLst>
            </a:pPr>
            <a:r>
              <a:rPr b="1" lang="en-US" sz="2000" strike="noStrike" u="none">
                <a:solidFill>
                  <a:schemeClr val="lt1"/>
                </a:solidFill>
                <a:effectLst/>
                <a:uFillTx/>
                <a:latin typeface="Times New Roman"/>
                <a:ea typeface="Times New Roman"/>
              </a:rPr>
              <a:t>20</a:t>
            </a:r>
            <a:r>
              <a:rPr b="1" lang="uk-UA" sz="2000" strike="noStrike" u="none">
                <a:solidFill>
                  <a:schemeClr val="lt1"/>
                </a:solidFill>
                <a:effectLst/>
                <a:uFillTx/>
                <a:latin typeface="Times New Roman"/>
                <a:ea typeface="Times New Roman"/>
              </a:rPr>
              <a:t>2</a:t>
            </a:r>
            <a:r>
              <a:rPr b="1" lang="ru-RU" sz="2000" strike="noStrike" u="none">
                <a:solidFill>
                  <a:schemeClr val="lt1"/>
                </a:solidFill>
                <a:effectLst/>
                <a:uFillTx/>
                <a:latin typeface="Times New Roman"/>
                <a:ea typeface="Times New Roman"/>
              </a:rPr>
              <a:t>6</a:t>
            </a:r>
            <a:r>
              <a:rPr b="1" lang="en-US" sz="2000" strike="noStrike" u="none">
                <a:solidFill>
                  <a:schemeClr val="lt1"/>
                </a:solidFill>
                <a:effectLst/>
                <a:uFillTx/>
                <a:latin typeface="Times New Roman"/>
                <a:ea typeface="Times New Roman"/>
              </a:rPr>
              <a:t> IEEE SIST</a:t>
            </a:r>
            <a:endParaRPr b="0" lang="en-US" sz="2000" strike="noStrike" u="none">
              <a:solidFill>
                <a:srgbClr val="000000"/>
              </a:solidFill>
              <a:effectLst/>
              <a:uFillTx/>
              <a:latin typeface="Arial"/>
            </a:endParaRPr>
          </a:p>
        </p:txBody>
      </p:sp>
      <p:pic>
        <p:nvPicPr>
          <p:cNvPr id="206" name="Рисунок 3" descr=""/>
          <p:cNvPicPr/>
          <p:nvPr/>
        </p:nvPicPr>
        <p:blipFill>
          <a:blip r:embed="rId2"/>
          <a:stretch/>
        </p:blipFill>
        <p:spPr>
          <a:xfrm>
            <a:off x="7839720" y="-2880"/>
            <a:ext cx="1302840" cy="795240"/>
          </a:xfrm>
          <a:prstGeom prst="rect">
            <a:avLst/>
          </a:prstGeom>
          <a:noFill/>
          <a:ln w="0">
            <a:noFill/>
          </a:ln>
        </p:spPr>
      </p:pic>
      <p:sp>
        <p:nvSpPr>
          <p:cNvPr id="207" name="PlaceHolder 2"/>
          <p:cNvSpPr>
            <a:spLocks noGrp="1"/>
          </p:cNvSpPr>
          <p:nvPr>
            <p:ph/>
          </p:nvPr>
        </p:nvSpPr>
        <p:spPr>
          <a:xfrm>
            <a:off x="216000" y="1040400"/>
            <a:ext cx="8614800" cy="2064600"/>
          </a:xfrm>
          <a:prstGeom prst="rect">
            <a:avLst/>
          </a:prstGeom>
          <a:noFill/>
          <a:ln w="0">
            <a:noFill/>
          </a:ln>
        </p:spPr>
        <p:txBody>
          <a:bodyPr lIns="91440" rIns="91440" tIns="45720" bIns="45720" anchor="t">
            <a:noAutofit/>
          </a:bodyPr>
          <a:p>
            <a:pPr marL="171360" indent="0" defTabSz="685800">
              <a:lnSpc>
                <a:spcPct val="90000"/>
              </a:lnSpc>
              <a:spcBef>
                <a:spcPts val="751"/>
              </a:spcBef>
              <a:buNone/>
              <a:tabLst>
                <a:tab algn="l" pos="0"/>
              </a:tabLst>
            </a:pPr>
            <a:r>
              <a:rPr b="0" lang="en-US" sz="2100" strike="noStrike" u="none">
                <a:solidFill>
                  <a:schemeClr val="dk1"/>
                </a:solidFill>
                <a:effectLst/>
                <a:uFillTx/>
                <a:latin typeface="Calibri"/>
              </a:rPr>
              <a:t>Results by applying conceptual methodology to PyPI</a:t>
            </a:r>
            <a:endParaRPr b="0" lang="en-US" sz="2100" strike="noStrike" u="none">
              <a:solidFill>
                <a:srgbClr val="000000"/>
              </a:solidFill>
              <a:effectLst/>
              <a:uFillTx/>
              <a:latin typeface="Arial"/>
            </a:endParaRPr>
          </a:p>
          <a:p>
            <a:pPr lvl="1" marL="864000" indent="-324000" algn="just" defTabSz="685800">
              <a:lnSpc>
                <a:spcPct val="90000"/>
              </a:lnSpc>
              <a:spcBef>
                <a:spcPts val="1134"/>
              </a:spcBef>
              <a:buClr>
                <a:srgbClr val="000000"/>
              </a:buClr>
              <a:buSzPct val="75000"/>
              <a:buFont typeface="Symbol" charset="2"/>
              <a:buChar char=""/>
              <a:tabLst>
                <a:tab algn="l" pos="0"/>
              </a:tabLst>
            </a:pPr>
            <a:r>
              <a:rPr b="0" lang="en-US" sz="1500" strike="noStrike" u="none">
                <a:solidFill>
                  <a:schemeClr val="dk1"/>
                </a:solidFill>
                <a:effectLst/>
                <a:uFillTx/>
                <a:latin typeface="Calibri"/>
              </a:rPr>
              <a:t>Components within the analysis engine:</a:t>
            </a:r>
            <a:endParaRPr b="0" lang="en-US" sz="1500" strike="noStrike" u="none">
              <a:solidFill>
                <a:srgbClr val="000000"/>
              </a:solidFill>
              <a:effectLst/>
              <a:uFillTx/>
              <a:latin typeface="Arial"/>
            </a:endParaRPr>
          </a:p>
          <a:p>
            <a:pPr lvl="2" marL="1296000" indent="-288000" algn="just" defTabSz="685800">
              <a:lnSpc>
                <a:spcPct val="90000"/>
              </a:lnSpc>
              <a:spcBef>
                <a:spcPts val="850"/>
              </a:spcBef>
              <a:buClr>
                <a:srgbClr val="000000"/>
              </a:buClr>
              <a:buSzPct val="45000"/>
              <a:buFont typeface="Wingdings" charset="2"/>
              <a:buChar char=""/>
              <a:tabLst>
                <a:tab algn="l" pos="0"/>
              </a:tabLst>
            </a:pPr>
            <a:r>
              <a:rPr b="0" lang="en-US" sz="1200" strike="noStrike" u="none">
                <a:solidFill>
                  <a:schemeClr val="dk1"/>
                </a:solidFill>
                <a:effectLst/>
                <a:uFillTx/>
                <a:latin typeface="Calibri"/>
              </a:rPr>
              <a:t>developed for specific use cases related to software packages, container images, computer networks, and other parts of the IT infrastructure, as demonstrated for in Figure 7 and 8.</a:t>
            </a:r>
            <a:endParaRPr b="0" lang="en-US" sz="1200" strike="noStrike" u="none">
              <a:solidFill>
                <a:srgbClr val="000000"/>
              </a:solidFill>
              <a:effectLst/>
              <a:uFillTx/>
              <a:latin typeface="Arial"/>
            </a:endParaRPr>
          </a:p>
          <a:p>
            <a:pPr lvl="2" marL="1296000" indent="-288000" algn="just" defTabSz="685800">
              <a:lnSpc>
                <a:spcPct val="90000"/>
              </a:lnSpc>
              <a:spcBef>
                <a:spcPts val="850"/>
              </a:spcBef>
              <a:buClr>
                <a:srgbClr val="000000"/>
              </a:buClr>
              <a:buSzPct val="45000"/>
              <a:buFont typeface="Wingdings" charset="2"/>
              <a:buChar char=""/>
              <a:tabLst>
                <a:tab algn="l" pos="0"/>
              </a:tabLst>
            </a:pPr>
            <a:r>
              <a:rPr b="0" lang="en-US" sz="1200" strike="noStrike" u="none">
                <a:solidFill>
                  <a:schemeClr val="dk1"/>
                </a:solidFill>
                <a:effectLst/>
                <a:uFillTx/>
                <a:latin typeface="Calibri"/>
              </a:rPr>
              <a:t>can be implemented differently but must intercommunicate via JSON-RPC 2.0, and interfaces describe their actions and roles operating around the abstraction of ”task”</a:t>
            </a:r>
            <a:endParaRPr b="0" lang="en-US" sz="1200" strike="noStrike" u="none">
              <a:solidFill>
                <a:srgbClr val="000000"/>
              </a:solidFill>
              <a:effectLst/>
              <a:uFillTx/>
              <a:latin typeface="Arial"/>
            </a:endParaRPr>
          </a:p>
          <a:p>
            <a:pPr lvl="2" marL="1296000" indent="-288000" algn="just" defTabSz="685800">
              <a:lnSpc>
                <a:spcPct val="90000"/>
              </a:lnSpc>
              <a:spcBef>
                <a:spcPts val="850"/>
              </a:spcBef>
              <a:buClr>
                <a:srgbClr val="000000"/>
              </a:buClr>
              <a:buSzPct val="45000"/>
              <a:buFont typeface="Wingdings" charset="2"/>
              <a:buChar char=""/>
              <a:tabLst>
                <a:tab algn="l" pos="0"/>
              </a:tabLst>
            </a:pPr>
            <a:r>
              <a:rPr b="0" lang="en-US" sz="1200" strike="noStrike" u="none">
                <a:solidFill>
                  <a:schemeClr val="dk1"/>
                </a:solidFill>
                <a:effectLst/>
                <a:uFillTx/>
                <a:latin typeface="Calibri"/>
                <a:ea typeface="DejaVu Sans"/>
              </a:rPr>
              <a:t>default components interfaces: Orchestrator, Instancer, Collector, Interactor, Parser, and Analyzer.</a:t>
            </a:r>
            <a:endParaRPr b="0" lang="en-US" sz="1200" strike="noStrike" u="none">
              <a:solidFill>
                <a:srgbClr val="000000"/>
              </a:solidFill>
              <a:effectLst/>
              <a:uFillTx/>
              <a:latin typeface="Arial"/>
            </a:endParaRPr>
          </a:p>
        </p:txBody>
      </p:sp>
      <p:sp>
        <p:nvSpPr>
          <p:cNvPr id="208" name="Прямоугольник 28"/>
          <p:cNvSpPr/>
          <p:nvPr/>
        </p:nvSpPr>
        <p:spPr>
          <a:xfrm>
            <a:off x="0" y="6146280"/>
            <a:ext cx="9148320" cy="723960"/>
          </a:xfrm>
          <a:prstGeom prst="rect">
            <a:avLst/>
          </a:prstGeom>
          <a:gradFill rotWithShape="0">
            <a:gsLst>
              <a:gs pos="35000">
                <a:srgbClr val="36acd8"/>
              </a:gs>
              <a:gs pos="78000">
                <a:srgbClr val="2e6ca4"/>
              </a:gs>
              <a:gs pos="100000">
                <a:srgbClr val="2e76a5"/>
              </a:gs>
            </a:gsLst>
            <a:lin ang="1080000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GB" sz="1800" strike="noStrike" u="none">
              <a:solidFill>
                <a:schemeClr val="lt1"/>
              </a:solidFill>
              <a:effectLst/>
              <a:uFillTx/>
              <a:latin typeface="Calibri"/>
            </a:endParaRPr>
          </a:p>
        </p:txBody>
      </p:sp>
      <p:pic>
        <p:nvPicPr>
          <p:cNvPr id="209" name="Picture 1" descr="A blue and black logo&#10;&#10;Description automatically generated"/>
          <p:cNvPicPr/>
          <p:nvPr/>
        </p:nvPicPr>
        <p:blipFill>
          <a:blip r:embed="rId3"/>
          <a:stretch/>
        </p:blipFill>
        <p:spPr>
          <a:xfrm>
            <a:off x="7293960" y="6266160"/>
            <a:ext cx="828000" cy="280800"/>
          </a:xfrm>
          <a:prstGeom prst="rect">
            <a:avLst/>
          </a:prstGeom>
          <a:noFill/>
          <a:ln w="0">
            <a:noFill/>
          </a:ln>
        </p:spPr>
      </p:pic>
      <p:pic>
        <p:nvPicPr>
          <p:cNvPr id="210" name="Picture 3" descr="A blue text on a black background&#10;&#10;Description automatically generated"/>
          <p:cNvPicPr/>
          <p:nvPr/>
        </p:nvPicPr>
        <p:blipFill>
          <a:blip r:embed="rId4"/>
          <a:stretch/>
        </p:blipFill>
        <p:spPr>
          <a:xfrm>
            <a:off x="8315640" y="6271920"/>
            <a:ext cx="749880" cy="269280"/>
          </a:xfrm>
          <a:prstGeom prst="rect">
            <a:avLst/>
          </a:prstGeom>
          <a:noFill/>
          <a:ln w="0">
            <a:noFill/>
          </a:ln>
        </p:spPr>
      </p:pic>
      <p:pic>
        <p:nvPicPr>
          <p:cNvPr id="211" name="Рисунок 4" descr="Изображение выглядит как текст, снимок экрана, Шрифт, Графика&#10;&#10;Автоматически созданное описание"/>
          <p:cNvPicPr/>
          <p:nvPr/>
        </p:nvPicPr>
        <p:blipFill>
          <a:blip r:embed="rId5"/>
          <a:stretch/>
        </p:blipFill>
        <p:spPr>
          <a:xfrm>
            <a:off x="-228240" y="5824440"/>
            <a:ext cx="1586160" cy="1428120"/>
          </a:xfrm>
          <a:prstGeom prst="rect">
            <a:avLst/>
          </a:prstGeom>
          <a:noFill/>
          <a:ln w="0">
            <a:noFill/>
          </a:ln>
        </p:spPr>
      </p:pic>
      <p:pic>
        <p:nvPicPr>
          <p:cNvPr id="212" name="Рисунок 5" descr="Изображение выглядит как текст, символ, логотип, эмблема&#10;&#10;Автоматически созданное описание"/>
          <p:cNvPicPr/>
          <p:nvPr/>
        </p:nvPicPr>
        <p:blipFill>
          <a:blip r:embed="rId6"/>
          <a:stretch/>
        </p:blipFill>
        <p:spPr>
          <a:xfrm>
            <a:off x="5482800" y="6247080"/>
            <a:ext cx="824040" cy="618120"/>
          </a:xfrm>
          <a:prstGeom prst="rect">
            <a:avLst/>
          </a:prstGeom>
          <a:noFill/>
          <a:ln w="0">
            <a:noFill/>
          </a:ln>
        </p:spPr>
      </p:pic>
      <p:pic>
        <p:nvPicPr>
          <p:cNvPr id="213" name="Рисунок 7" descr="Изображение выглядит как Шрифт, Графика, текст, круг&#10;&#10;Автоматически созданное описание"/>
          <p:cNvPicPr/>
          <p:nvPr/>
        </p:nvPicPr>
        <p:blipFill>
          <a:blip r:embed="rId7"/>
          <a:stretch/>
        </p:blipFill>
        <p:spPr>
          <a:xfrm>
            <a:off x="1195200" y="6290280"/>
            <a:ext cx="783360" cy="401400"/>
          </a:xfrm>
          <a:prstGeom prst="rect">
            <a:avLst/>
          </a:prstGeom>
          <a:noFill/>
          <a:ln w="0">
            <a:noFill/>
          </a:ln>
        </p:spPr>
      </p:pic>
      <p:pic>
        <p:nvPicPr>
          <p:cNvPr id="214" name="Рисунок 8" descr="Изображение выглядит как круг, сфера, планета, полнолуние&#10;&#10;Автоматически созданное описание"/>
          <p:cNvPicPr/>
          <p:nvPr/>
        </p:nvPicPr>
        <p:blipFill>
          <a:blip r:embed="rId8"/>
          <a:stretch/>
        </p:blipFill>
        <p:spPr>
          <a:xfrm>
            <a:off x="4861800" y="6199560"/>
            <a:ext cx="535320" cy="618120"/>
          </a:xfrm>
          <a:prstGeom prst="rect">
            <a:avLst/>
          </a:prstGeom>
          <a:noFill/>
          <a:ln w="0">
            <a:noFill/>
          </a:ln>
        </p:spPr>
      </p:pic>
      <p:pic>
        <p:nvPicPr>
          <p:cNvPr id="215" name="Объект 1" descr=""/>
          <p:cNvPicPr/>
          <p:nvPr/>
        </p:nvPicPr>
        <p:blipFill>
          <a:blip r:embed="rId9"/>
          <a:stretch/>
        </p:blipFill>
        <p:spPr>
          <a:xfrm>
            <a:off x="2227320" y="6233040"/>
            <a:ext cx="749880" cy="506880"/>
          </a:xfrm>
          <a:prstGeom prst="rect">
            <a:avLst/>
          </a:prstGeom>
          <a:noFill/>
          <a:ln w="0">
            <a:noFill/>
          </a:ln>
        </p:spPr>
      </p:pic>
      <p:pic>
        <p:nvPicPr>
          <p:cNvPr id="216" name="Рисунок 77" descr="Изображение выглядит как текст, Графика, Шрифт, графический дизайн&#10;&#10;Автоматически созданное описание"/>
          <p:cNvPicPr/>
          <p:nvPr/>
        </p:nvPicPr>
        <p:blipFill>
          <a:blip r:embed="rId10"/>
          <a:stretch/>
        </p:blipFill>
        <p:spPr>
          <a:xfrm>
            <a:off x="6508800" y="6171120"/>
            <a:ext cx="597240" cy="597240"/>
          </a:xfrm>
          <a:prstGeom prst="rect">
            <a:avLst/>
          </a:prstGeom>
          <a:noFill/>
          <a:ln w="0">
            <a:noFill/>
          </a:ln>
        </p:spPr>
      </p:pic>
      <p:pic>
        <p:nvPicPr>
          <p:cNvPr id="217" name="Рисунок 78" descr="Изображение выглядит как текст, Шрифт, Графика, графический дизайн&#10;&#10;Автоматически созданное описание"/>
          <p:cNvPicPr/>
          <p:nvPr/>
        </p:nvPicPr>
        <p:blipFill>
          <a:blip r:embed="rId11"/>
          <a:stretch/>
        </p:blipFill>
        <p:spPr>
          <a:xfrm>
            <a:off x="3225960" y="6229800"/>
            <a:ext cx="555840" cy="493560"/>
          </a:xfrm>
          <a:prstGeom prst="rect">
            <a:avLst/>
          </a:prstGeom>
          <a:noFill/>
          <a:ln w="0">
            <a:noFill/>
          </a:ln>
        </p:spPr>
      </p:pic>
      <p:pic>
        <p:nvPicPr>
          <p:cNvPr id="218" name="Picture 28" descr=""/>
          <p:cNvPicPr/>
          <p:nvPr/>
        </p:nvPicPr>
        <p:blipFill>
          <a:blip r:embed="rId12"/>
          <a:stretch/>
        </p:blipFill>
        <p:spPr>
          <a:xfrm>
            <a:off x="4082040" y="6233040"/>
            <a:ext cx="510840" cy="506880"/>
          </a:xfrm>
          <a:prstGeom prst="rect">
            <a:avLst/>
          </a:prstGeom>
          <a:noFill/>
          <a:ln w="0">
            <a:noFill/>
          </a:ln>
        </p:spPr>
      </p:pic>
      <p:sp>
        <p:nvSpPr>
          <p:cNvPr id="219" name=""/>
          <p:cNvSpPr/>
          <p:nvPr/>
        </p:nvSpPr>
        <p:spPr>
          <a:xfrm>
            <a:off x="1564200" y="5524200"/>
            <a:ext cx="6208200" cy="455400"/>
          </a:xfrm>
          <a:prstGeom prst="rect">
            <a:avLst/>
          </a:prstGeom>
          <a:noFill/>
          <a:ln w="0">
            <a:noFill/>
          </a:ln>
        </p:spPr>
        <p:style>
          <a:lnRef idx="0"/>
          <a:fillRef idx="0"/>
          <a:effectRef idx="0"/>
          <a:fontRef idx="minor"/>
        </p:style>
        <p:txBody>
          <a:bodyPr lIns="90000" rIns="90000" tIns="45000" bIns="45000" anchor="t" anchorCtr="1">
            <a:spAutoFit/>
          </a:bodyPr>
          <a:p>
            <a:pPr algn="ctr">
              <a:lnSpc>
                <a:spcPct val="100000"/>
              </a:lnSpc>
            </a:pPr>
            <a:r>
              <a:rPr b="0" lang="en-US" sz="1200" strike="noStrike" u="none">
                <a:solidFill>
                  <a:srgbClr val="000000"/>
                </a:solidFill>
                <a:effectLst/>
                <a:uFillTx/>
                <a:latin typeface="Arial"/>
                <a:ea typeface="DejaVu Sans"/>
              </a:rPr>
              <a:t>Figure 7 and 8: Secure software pipeline by integrating the proposed</a:t>
            </a:r>
            <a:endParaRPr b="0" lang="en-US" sz="1200" strike="noStrike" u="none">
              <a:solidFill>
                <a:srgbClr val="000000"/>
              </a:solidFill>
              <a:effectLst/>
              <a:uFillTx/>
              <a:latin typeface="Arial"/>
            </a:endParaRPr>
          </a:p>
          <a:p>
            <a:pPr algn="ctr">
              <a:lnSpc>
                <a:spcPct val="100000"/>
              </a:lnSpc>
            </a:pPr>
            <a:r>
              <a:rPr b="0" lang="en-US" sz="1200" strike="noStrike" u="none">
                <a:solidFill>
                  <a:srgbClr val="000000"/>
                </a:solidFill>
                <a:effectLst/>
                <a:uFillTx/>
                <a:latin typeface="Arial"/>
                <a:ea typeface="DejaVu Sans"/>
              </a:rPr>
              <a:t>analysis platform to PyPI (Python packages distribution platform).</a:t>
            </a:r>
            <a:endParaRPr b="0" lang="en-US" sz="1200" strike="noStrike" u="none">
              <a:solidFill>
                <a:srgbClr val="000000"/>
              </a:solidFill>
              <a:effectLst/>
              <a:uFillTx/>
              <a:latin typeface="Arial"/>
            </a:endParaRPr>
          </a:p>
        </p:txBody>
      </p:sp>
      <p:pic>
        <p:nvPicPr>
          <p:cNvPr id="220" name="" descr=""/>
          <p:cNvPicPr/>
          <p:nvPr/>
        </p:nvPicPr>
        <p:blipFill>
          <a:blip r:embed="rId13"/>
          <a:stretch/>
        </p:blipFill>
        <p:spPr>
          <a:xfrm>
            <a:off x="4853160" y="3200400"/>
            <a:ext cx="4062240" cy="2286000"/>
          </a:xfrm>
          <a:prstGeom prst="rect">
            <a:avLst/>
          </a:prstGeom>
          <a:noFill/>
          <a:ln w="0">
            <a:noFill/>
          </a:ln>
        </p:spPr>
      </p:pic>
      <p:pic>
        <p:nvPicPr>
          <p:cNvPr id="221" name="" descr=""/>
          <p:cNvPicPr/>
          <p:nvPr/>
        </p:nvPicPr>
        <p:blipFill>
          <a:blip r:embed="rId14"/>
          <a:stretch/>
        </p:blipFill>
        <p:spPr>
          <a:xfrm>
            <a:off x="281160" y="3200400"/>
            <a:ext cx="4572000" cy="2323800"/>
          </a:xfrm>
          <a:prstGeom prst="rect">
            <a:avLst/>
          </a:prstGeom>
          <a:noFill/>
          <a:ln w="0">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 name="Прямоугольник 24"/>
          <p:cNvSpPr/>
          <p:nvPr/>
        </p:nvSpPr>
        <p:spPr>
          <a:xfrm>
            <a:off x="-5760" y="0"/>
            <a:ext cx="9148320" cy="723960"/>
          </a:xfrm>
          <a:prstGeom prst="rect">
            <a:avLst/>
          </a:prstGeom>
          <a:gradFill rotWithShape="0">
            <a:gsLst>
              <a:gs pos="35000">
                <a:srgbClr val="36acd8"/>
              </a:gs>
              <a:gs pos="78000">
                <a:srgbClr val="2e6ca4"/>
              </a:gs>
              <a:gs pos="100000">
                <a:srgbClr val="2e76a5"/>
              </a:gs>
            </a:gsLst>
            <a:lin ang="1080000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223" name="Прямоугольник 25"/>
          <p:cNvSpPr/>
          <p:nvPr/>
        </p:nvSpPr>
        <p:spPr>
          <a:xfrm>
            <a:off x="8604360" y="-2880"/>
            <a:ext cx="205200" cy="795240"/>
          </a:xfrm>
          <a:prstGeom prst="rect">
            <a:avLst/>
          </a:prstGeom>
          <a:solidFill>
            <a:srgbClr val="ffffff"/>
          </a:solidFill>
          <a:ln>
            <a:noFill/>
          </a:ln>
        </p:spPr>
        <p:style>
          <a:lnRef idx="2">
            <a:schemeClr val="accent1"/>
          </a:lnRef>
          <a:fillRef idx="1">
            <a:schemeClr val="l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dk1"/>
              </a:solidFill>
              <a:effectLst/>
              <a:uFillTx/>
              <a:latin typeface="Calibri"/>
            </a:endParaRPr>
          </a:p>
        </p:txBody>
      </p:sp>
      <p:sp>
        <p:nvSpPr>
          <p:cNvPr id="224" name="Пятиугольник 8"/>
          <p:cNvSpPr/>
          <p:nvPr/>
        </p:nvSpPr>
        <p:spPr>
          <a:xfrm rot="5400000">
            <a:off x="17640" y="100440"/>
            <a:ext cx="900360" cy="696960"/>
          </a:xfrm>
          <a:prstGeom prst="homePlate">
            <a:avLst>
              <a:gd name="adj" fmla="val 22381"/>
            </a:avLst>
          </a:prstGeom>
          <a:solidFill>
            <a:srgbClr val="1cbaeb"/>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ru-RU" sz="1800" strike="noStrike" u="none">
              <a:solidFill>
                <a:schemeClr val="lt1"/>
              </a:solidFill>
              <a:effectLst/>
              <a:uFillTx/>
              <a:latin typeface="Calibri"/>
            </a:endParaRPr>
          </a:p>
        </p:txBody>
      </p:sp>
      <p:pic>
        <p:nvPicPr>
          <p:cNvPr id="225" name="Рисунок 69" descr=""/>
          <p:cNvPicPr/>
          <p:nvPr/>
        </p:nvPicPr>
        <p:blipFill>
          <a:blip r:embed="rId1"/>
          <a:stretch/>
        </p:blipFill>
        <p:spPr>
          <a:xfrm>
            <a:off x="170640" y="276120"/>
            <a:ext cx="592200" cy="304200"/>
          </a:xfrm>
          <a:prstGeom prst="rect">
            <a:avLst/>
          </a:prstGeom>
          <a:noFill/>
          <a:ln w="0">
            <a:noFill/>
          </a:ln>
        </p:spPr>
      </p:pic>
      <p:sp>
        <p:nvSpPr>
          <p:cNvPr id="226" name="PlaceHolder 1"/>
          <p:cNvSpPr>
            <a:spLocks noGrp="1"/>
          </p:cNvSpPr>
          <p:nvPr>
            <p:ph type="title"/>
          </p:nvPr>
        </p:nvSpPr>
        <p:spPr>
          <a:xfrm>
            <a:off x="240840" y="58320"/>
            <a:ext cx="3310200" cy="370440"/>
          </a:xfrm>
          <a:prstGeom prst="rect">
            <a:avLst/>
          </a:prstGeom>
          <a:noFill/>
          <a:ln w="0">
            <a:noFill/>
          </a:ln>
        </p:spPr>
        <p:txBody>
          <a:bodyPr lIns="91440" rIns="91440" tIns="45720" bIns="45720" anchor="ctr">
            <a:spAutoFit/>
          </a:bodyPr>
          <a:p>
            <a:pPr indent="0" algn="ctr" defTabSz="685800">
              <a:lnSpc>
                <a:spcPct val="90000"/>
              </a:lnSpc>
              <a:buNone/>
              <a:tabLst>
                <a:tab algn="l" pos="0"/>
              </a:tabLst>
            </a:pPr>
            <a:r>
              <a:rPr b="1" lang="en-US" sz="2000" strike="noStrike" u="none">
                <a:solidFill>
                  <a:schemeClr val="lt1"/>
                </a:solidFill>
                <a:effectLst/>
                <a:uFillTx/>
                <a:latin typeface="Times New Roman"/>
                <a:ea typeface="Times New Roman"/>
              </a:rPr>
              <a:t>20</a:t>
            </a:r>
            <a:r>
              <a:rPr b="1" lang="uk-UA" sz="2000" strike="noStrike" u="none">
                <a:solidFill>
                  <a:schemeClr val="lt1"/>
                </a:solidFill>
                <a:effectLst/>
                <a:uFillTx/>
                <a:latin typeface="Times New Roman"/>
                <a:ea typeface="Times New Roman"/>
              </a:rPr>
              <a:t>2</a:t>
            </a:r>
            <a:r>
              <a:rPr b="1" lang="ru-RU" sz="2000" strike="noStrike" u="none">
                <a:solidFill>
                  <a:schemeClr val="lt1"/>
                </a:solidFill>
                <a:effectLst/>
                <a:uFillTx/>
                <a:latin typeface="Times New Roman"/>
                <a:ea typeface="Times New Roman"/>
              </a:rPr>
              <a:t>6</a:t>
            </a:r>
            <a:r>
              <a:rPr b="1" lang="en-US" sz="2000" strike="noStrike" u="none">
                <a:solidFill>
                  <a:schemeClr val="lt1"/>
                </a:solidFill>
                <a:effectLst/>
                <a:uFillTx/>
                <a:latin typeface="Times New Roman"/>
                <a:ea typeface="Times New Roman"/>
              </a:rPr>
              <a:t> IEEE SIST</a:t>
            </a:r>
            <a:endParaRPr b="0" lang="en-US" sz="2000" strike="noStrike" u="none">
              <a:solidFill>
                <a:srgbClr val="000000"/>
              </a:solidFill>
              <a:effectLst/>
              <a:uFillTx/>
              <a:latin typeface="Arial"/>
            </a:endParaRPr>
          </a:p>
        </p:txBody>
      </p:sp>
      <p:pic>
        <p:nvPicPr>
          <p:cNvPr id="227" name="Рисунок 70" descr=""/>
          <p:cNvPicPr/>
          <p:nvPr/>
        </p:nvPicPr>
        <p:blipFill>
          <a:blip r:embed="rId2"/>
          <a:stretch/>
        </p:blipFill>
        <p:spPr>
          <a:xfrm>
            <a:off x="7839720" y="-2880"/>
            <a:ext cx="1302840" cy="795240"/>
          </a:xfrm>
          <a:prstGeom prst="rect">
            <a:avLst/>
          </a:prstGeom>
          <a:noFill/>
          <a:ln w="0">
            <a:noFill/>
          </a:ln>
        </p:spPr>
      </p:pic>
      <p:sp>
        <p:nvSpPr>
          <p:cNvPr id="228" name="PlaceHolder 2"/>
          <p:cNvSpPr>
            <a:spLocks noGrp="1"/>
          </p:cNvSpPr>
          <p:nvPr>
            <p:ph/>
          </p:nvPr>
        </p:nvSpPr>
        <p:spPr>
          <a:xfrm>
            <a:off x="385200" y="1365120"/>
            <a:ext cx="8298720" cy="4349880"/>
          </a:xfrm>
          <a:prstGeom prst="rect">
            <a:avLst/>
          </a:prstGeom>
          <a:noFill/>
          <a:ln w="0">
            <a:noFill/>
          </a:ln>
        </p:spPr>
        <p:txBody>
          <a:bodyPr lIns="91440" rIns="91440" tIns="45720" bIns="45720" anchor="t">
            <a:noAutofit/>
          </a:bodyPr>
          <a:p>
            <a:pPr marL="171360" indent="0" defTabSz="685800">
              <a:lnSpc>
                <a:spcPct val="90000"/>
              </a:lnSpc>
              <a:spcBef>
                <a:spcPts val="751"/>
              </a:spcBef>
              <a:buNone/>
              <a:tabLst>
                <a:tab algn="l" pos="0"/>
              </a:tabLst>
            </a:pPr>
            <a:r>
              <a:rPr b="0" lang="en-US" sz="2100" strike="noStrike" u="none">
                <a:solidFill>
                  <a:schemeClr val="dk1"/>
                </a:solidFill>
                <a:effectLst/>
                <a:uFillTx/>
                <a:latin typeface="Calibri"/>
              </a:rPr>
              <a:t>Results with limitations and </a:t>
            </a:r>
            <a:r>
              <a:rPr b="0" lang="en-US" sz="2100" strike="noStrike" u="none">
                <a:solidFill>
                  <a:schemeClr val="dk1"/>
                </a:solidFill>
                <a:effectLst/>
                <a:uFillTx/>
                <a:latin typeface="Calibri"/>
              </a:rPr>
              <a:t>conclusion</a:t>
            </a:r>
            <a:endParaRPr b="0" lang="en-US" sz="2100" strike="noStrike" u="none">
              <a:solidFill>
                <a:srgbClr val="000000"/>
              </a:solidFill>
              <a:effectLst/>
              <a:uFillTx/>
              <a:latin typeface="Arial"/>
            </a:endParaRPr>
          </a:p>
          <a:p>
            <a:pPr lvl="1" marL="864000" indent="-324000" algn="just" defTabSz="685800">
              <a:lnSpc>
                <a:spcPct val="90000"/>
              </a:lnSpc>
              <a:spcBef>
                <a:spcPts val="1134"/>
              </a:spcBef>
              <a:buClr>
                <a:srgbClr val="000000"/>
              </a:buClr>
              <a:buSzPct val="75000"/>
              <a:buFont typeface="Symbol" charset="2"/>
              <a:buChar char=""/>
              <a:tabLst>
                <a:tab algn="l" pos="0"/>
              </a:tabLst>
            </a:pPr>
            <a:r>
              <a:rPr b="0" lang="en-US" sz="1500" strike="noStrike" u="none">
                <a:solidFill>
                  <a:schemeClr val="dk1"/>
                </a:solidFill>
                <a:effectLst/>
                <a:uFillTx/>
                <a:latin typeface="Calibri"/>
              </a:rPr>
              <a:t>Ensuring concurrency of their </a:t>
            </a:r>
            <a:r>
              <a:rPr b="0" lang="en-US" sz="1500" strike="noStrike" u="none">
                <a:solidFill>
                  <a:schemeClr val="dk1"/>
                </a:solidFill>
                <a:effectLst/>
                <a:uFillTx/>
                <a:latin typeface="Calibri"/>
              </a:rPr>
              <a:t>multiple instances via asynchronous </a:t>
            </a:r>
            <a:r>
              <a:rPr b="0" lang="en-US" sz="1500" strike="noStrike" u="none">
                <a:solidFill>
                  <a:schemeClr val="dk1"/>
                </a:solidFill>
                <a:effectLst/>
                <a:uFillTx/>
                <a:latin typeface="Calibri"/>
              </a:rPr>
              <a:t>inter-process communications and to </a:t>
            </a:r>
            <a:r>
              <a:rPr b="0" lang="en-US" sz="1500" strike="noStrike" u="none">
                <a:solidFill>
                  <a:schemeClr val="dk1"/>
                </a:solidFill>
                <a:effectLst/>
                <a:uFillTx/>
                <a:latin typeface="Calibri"/>
              </a:rPr>
              <a:t>prevent bottlenecks.</a:t>
            </a:r>
            <a:endParaRPr b="0" lang="en-US" sz="1500" strike="noStrike" u="none">
              <a:solidFill>
                <a:srgbClr val="000000"/>
              </a:solidFill>
              <a:effectLst/>
              <a:uFillTx/>
              <a:latin typeface="Arial"/>
            </a:endParaRPr>
          </a:p>
          <a:p>
            <a:pPr lvl="1" marL="864000" indent="-324000" algn="just" defTabSz="685800">
              <a:lnSpc>
                <a:spcPct val="90000"/>
              </a:lnSpc>
              <a:spcBef>
                <a:spcPts val="1134"/>
              </a:spcBef>
              <a:buClr>
                <a:srgbClr val="000000"/>
              </a:buClr>
              <a:buSzPct val="75000"/>
              <a:buFont typeface="Symbol" charset="2"/>
              <a:buChar char=""/>
              <a:tabLst>
                <a:tab algn="l" pos="0"/>
              </a:tabLst>
            </a:pPr>
            <a:r>
              <a:rPr b="0" lang="en-US" sz="1500" strike="noStrike" u="none">
                <a:solidFill>
                  <a:schemeClr val="dk1"/>
                </a:solidFill>
                <a:effectLst/>
                <a:uFillTx/>
                <a:latin typeface="Calibri"/>
              </a:rPr>
              <a:t>The integration of AI agents as </a:t>
            </a:r>
            <a:r>
              <a:rPr b="0" lang="en-US" sz="1500" strike="noStrike" u="none">
                <a:solidFill>
                  <a:schemeClr val="dk1"/>
                </a:solidFill>
                <a:effectLst/>
                <a:uFillTx/>
                <a:latin typeface="Calibri"/>
              </a:rPr>
              <a:t>“Interactors” remains unreliable due </a:t>
            </a:r>
            <a:r>
              <a:rPr b="0" lang="en-US" sz="1500" strike="noStrike" u="none">
                <a:solidFill>
                  <a:schemeClr val="dk1"/>
                </a:solidFill>
                <a:effectLst/>
                <a:uFillTx/>
                <a:latin typeface="Calibri"/>
              </a:rPr>
              <a:t>to vulnerabilities such as cross-</a:t>
            </a:r>
            <a:r>
              <a:rPr b="0" lang="en-US" sz="1500" strike="noStrike" u="none">
                <a:solidFill>
                  <a:schemeClr val="dk1"/>
                </a:solidFill>
                <a:effectLst/>
                <a:uFillTx/>
                <a:latin typeface="Calibri"/>
              </a:rPr>
              <a:t>prompt injection without proper </a:t>
            </a:r>
            <a:r>
              <a:rPr b="0" lang="en-US" sz="1500" strike="noStrike" u="none">
                <a:solidFill>
                  <a:schemeClr val="dk1"/>
                </a:solidFill>
                <a:effectLst/>
                <a:uFillTx/>
                <a:latin typeface="Calibri"/>
              </a:rPr>
              <a:t>guardrails.</a:t>
            </a:r>
            <a:endParaRPr b="0" lang="en-US" sz="1500" strike="noStrike" u="none">
              <a:solidFill>
                <a:srgbClr val="000000"/>
              </a:solidFill>
              <a:effectLst/>
              <a:uFillTx/>
              <a:latin typeface="Arial"/>
            </a:endParaRPr>
          </a:p>
          <a:p>
            <a:pPr lvl="1" marL="864000" indent="-324000" algn="just" defTabSz="685800">
              <a:lnSpc>
                <a:spcPct val="90000"/>
              </a:lnSpc>
              <a:spcBef>
                <a:spcPts val="1134"/>
              </a:spcBef>
              <a:buClr>
                <a:srgbClr val="000000"/>
              </a:buClr>
              <a:buSzPct val="75000"/>
              <a:buFont typeface="Symbol" charset="2"/>
              <a:buChar char=""/>
              <a:tabLst>
                <a:tab algn="l" pos="0"/>
              </a:tabLst>
            </a:pPr>
            <a:r>
              <a:rPr b="0" lang="en-US" sz="1500" strike="noStrike" u="none">
                <a:solidFill>
                  <a:schemeClr val="dk1"/>
                </a:solidFill>
                <a:effectLst/>
                <a:uFillTx/>
                <a:latin typeface="Calibri"/>
              </a:rPr>
              <a:t>Sandboxed environments represent </a:t>
            </a:r>
            <a:r>
              <a:rPr b="0" lang="en-US" sz="1500" strike="noStrike" u="none">
                <a:solidFill>
                  <a:schemeClr val="dk1"/>
                </a:solidFill>
                <a:effectLst/>
                <a:uFillTx/>
                <a:latin typeface="Calibri"/>
              </a:rPr>
              <a:t>only a limited model that diverges </a:t>
            </a:r>
            <a:r>
              <a:rPr b="0" lang="en-US" sz="1500" strike="noStrike" u="none">
                <a:solidFill>
                  <a:schemeClr val="dk1"/>
                </a:solidFill>
                <a:effectLst/>
                <a:uFillTx/>
                <a:latin typeface="Calibri"/>
              </a:rPr>
              <a:t>from real production systems.</a:t>
            </a:r>
            <a:endParaRPr b="0" lang="en-US" sz="1500" strike="noStrike" u="none">
              <a:solidFill>
                <a:srgbClr val="000000"/>
              </a:solidFill>
              <a:effectLst/>
              <a:uFillTx/>
              <a:latin typeface="Arial"/>
            </a:endParaRPr>
          </a:p>
          <a:p>
            <a:pPr lvl="1" marL="864000" indent="-324000" algn="just" defTabSz="685800">
              <a:lnSpc>
                <a:spcPct val="90000"/>
              </a:lnSpc>
              <a:spcBef>
                <a:spcPts val="1134"/>
              </a:spcBef>
              <a:buClr>
                <a:srgbClr val="000000"/>
              </a:buClr>
              <a:buSzPct val="75000"/>
              <a:buFont typeface="Symbol" charset="2"/>
              <a:buChar char=""/>
              <a:tabLst>
                <a:tab algn="l" pos="0"/>
              </a:tabLst>
            </a:pPr>
            <a:r>
              <a:rPr b="0" lang="en-US" sz="1500" strike="noStrike" u="none">
                <a:solidFill>
                  <a:schemeClr val="dk1"/>
                </a:solidFill>
                <a:effectLst/>
                <a:uFillTx/>
                <a:latin typeface="Calibri"/>
              </a:rPr>
              <a:t>Continuous updates to ensure the </a:t>
            </a:r>
            <a:r>
              <a:rPr b="0" lang="en-US" sz="1500" strike="noStrike" u="none">
                <a:solidFill>
                  <a:schemeClr val="dk1"/>
                </a:solidFill>
                <a:effectLst/>
                <a:uFillTx/>
                <a:latin typeface="Calibri"/>
              </a:rPr>
              <a:t>analysis environment remains secure.</a:t>
            </a:r>
            <a:endParaRPr b="0" lang="en-US" sz="1500" strike="noStrike" u="none">
              <a:solidFill>
                <a:srgbClr val="000000"/>
              </a:solidFill>
              <a:effectLst/>
              <a:uFillTx/>
              <a:latin typeface="Arial"/>
            </a:endParaRPr>
          </a:p>
          <a:p>
            <a:pPr lvl="1" marL="864000" indent="-324000" algn="just" defTabSz="685800">
              <a:lnSpc>
                <a:spcPct val="90000"/>
              </a:lnSpc>
              <a:spcBef>
                <a:spcPts val="1134"/>
              </a:spcBef>
              <a:buClr>
                <a:srgbClr val="000000"/>
              </a:buClr>
              <a:buSzPct val="75000"/>
              <a:buFont typeface="Symbol" charset="2"/>
              <a:buChar char=""/>
              <a:tabLst>
                <a:tab algn="l" pos="0"/>
              </a:tabLst>
            </a:pPr>
            <a:r>
              <a:rPr b="0" lang="en-US" sz="1500" strike="noStrike" u="none">
                <a:solidFill>
                  <a:schemeClr val="dk1"/>
                </a:solidFill>
                <a:effectLst/>
                <a:uFillTx/>
                <a:latin typeface="Calibri"/>
              </a:rPr>
              <a:t>Supply chain management in critical </a:t>
            </a:r>
            <a:r>
              <a:rPr b="0" lang="en-US" sz="1500" strike="noStrike" u="none">
                <a:solidFill>
                  <a:schemeClr val="dk1"/>
                </a:solidFill>
                <a:effectLst/>
                <a:uFillTx/>
                <a:latin typeface="Calibri"/>
              </a:rPr>
              <a:t>IT infrastructure remains highly </a:t>
            </a:r>
            <a:r>
              <a:rPr b="0" lang="en-US" sz="1500" strike="noStrike" u="none">
                <a:solidFill>
                  <a:schemeClr val="dk1"/>
                </a:solidFill>
                <a:effectLst/>
                <a:uFillTx/>
                <a:latin typeface="Calibri"/>
              </a:rPr>
              <a:t>relevant. There should be a natural </a:t>
            </a:r>
            <a:r>
              <a:rPr b="0" lang="en-US" sz="1500" strike="noStrike" u="none">
                <a:solidFill>
                  <a:schemeClr val="dk1"/>
                </a:solidFill>
                <a:effectLst/>
                <a:uFillTx/>
                <a:latin typeface="Calibri"/>
              </a:rPr>
              <a:t>shift toward preventive measures </a:t>
            </a:r>
            <a:r>
              <a:rPr b="0" lang="en-US" sz="1500" strike="noStrike" u="none">
                <a:solidFill>
                  <a:schemeClr val="dk1"/>
                </a:solidFill>
                <a:effectLst/>
                <a:uFillTx/>
                <a:latin typeface="Calibri"/>
              </a:rPr>
              <a:t>during the initial production and </a:t>
            </a:r>
            <a:r>
              <a:rPr b="0" lang="en-US" sz="1500" strike="noStrike" u="none">
                <a:solidFill>
                  <a:schemeClr val="dk1"/>
                </a:solidFill>
                <a:effectLst/>
                <a:uFillTx/>
                <a:latin typeface="Calibri"/>
              </a:rPr>
              <a:t>distribution of software packages.</a:t>
            </a:r>
            <a:endParaRPr b="0" lang="en-US" sz="1500" strike="noStrike" u="none">
              <a:solidFill>
                <a:srgbClr val="000000"/>
              </a:solidFill>
              <a:effectLst/>
              <a:uFillTx/>
              <a:latin typeface="Arial"/>
            </a:endParaRPr>
          </a:p>
          <a:p>
            <a:pPr lvl="1" marL="864000" indent="-324000" algn="just" defTabSz="685800">
              <a:lnSpc>
                <a:spcPct val="90000"/>
              </a:lnSpc>
              <a:spcBef>
                <a:spcPts val="1134"/>
              </a:spcBef>
              <a:buClr>
                <a:srgbClr val="000000"/>
              </a:buClr>
              <a:buSzPct val="75000"/>
              <a:buFont typeface="Symbol" charset="2"/>
              <a:buChar char=""/>
              <a:tabLst>
                <a:tab algn="l" pos="0"/>
              </a:tabLst>
            </a:pPr>
            <a:r>
              <a:rPr b="0" lang="en-US" sz="1500" strike="noStrike" u="none">
                <a:solidFill>
                  <a:schemeClr val="dk1"/>
                </a:solidFill>
                <a:effectLst/>
                <a:uFillTx/>
                <a:latin typeface="Calibri"/>
              </a:rPr>
              <a:t>Further work is aimed at the </a:t>
            </a:r>
            <a:r>
              <a:rPr b="0" lang="en-US" sz="1500" strike="noStrike" u="none">
                <a:solidFill>
                  <a:schemeClr val="dk1"/>
                </a:solidFill>
                <a:effectLst/>
                <a:uFillTx/>
                <a:latin typeface="Calibri"/>
              </a:rPr>
              <a:t>complete practical implementation of </a:t>
            </a:r>
            <a:r>
              <a:rPr b="0" lang="en-US" sz="1500" strike="noStrike" u="none">
                <a:solidFill>
                  <a:schemeClr val="dk1"/>
                </a:solidFill>
                <a:effectLst/>
                <a:uFillTx/>
                <a:latin typeface="Calibri"/>
              </a:rPr>
              <a:t>the system and a detailed analysis of </a:t>
            </a:r>
            <a:r>
              <a:rPr b="0" lang="en-US" sz="1500" strike="noStrike" u="none">
                <a:solidFill>
                  <a:schemeClr val="dk1"/>
                </a:solidFill>
                <a:effectLst/>
                <a:uFillTx/>
                <a:latin typeface="Calibri"/>
              </a:rPr>
              <a:t>software components to actually </a:t>
            </a:r>
            <a:r>
              <a:rPr b="0" lang="en-US" sz="1500" strike="noStrike" u="none">
                <a:solidFill>
                  <a:schemeClr val="dk1"/>
                </a:solidFill>
                <a:effectLst/>
                <a:uFillTx/>
                <a:latin typeface="Calibri"/>
              </a:rPr>
              <a:t>verify the suitability of the </a:t>
            </a:r>
            <a:r>
              <a:rPr b="0" lang="en-US" sz="1500" strike="noStrike" u="none">
                <a:solidFill>
                  <a:schemeClr val="dk1"/>
                </a:solidFill>
                <a:effectLst/>
                <a:uFillTx/>
                <a:latin typeface="Calibri"/>
              </a:rPr>
              <a:t>conceptual framework using real data </a:t>
            </a:r>
            <a:r>
              <a:rPr b="0" lang="en-US" sz="1500" strike="noStrike" u="none">
                <a:solidFill>
                  <a:schemeClr val="dk1"/>
                </a:solidFill>
                <a:effectLst/>
                <a:uFillTx/>
                <a:latin typeface="Calibri"/>
              </a:rPr>
              <a:t>and gathered statistics</a:t>
            </a:r>
            <a:endParaRPr b="0" lang="en-US" sz="1500" strike="noStrike" u="none">
              <a:solidFill>
                <a:srgbClr val="000000"/>
              </a:solidFill>
              <a:effectLst/>
              <a:uFillTx/>
              <a:latin typeface="Arial"/>
            </a:endParaRPr>
          </a:p>
          <a:p>
            <a:pPr marL="171360" indent="0" defTabSz="685800">
              <a:lnSpc>
                <a:spcPct val="90000"/>
              </a:lnSpc>
              <a:spcBef>
                <a:spcPts val="751"/>
              </a:spcBef>
              <a:buNone/>
              <a:tabLst>
                <a:tab algn="l" pos="0"/>
              </a:tabLst>
            </a:pPr>
            <a:endParaRPr b="0" lang="en-US" sz="2100" strike="noStrike" u="none">
              <a:solidFill>
                <a:srgbClr val="000000"/>
              </a:solidFill>
              <a:effectLst/>
              <a:uFillTx/>
              <a:latin typeface="Arial"/>
            </a:endParaRPr>
          </a:p>
        </p:txBody>
      </p:sp>
      <p:sp>
        <p:nvSpPr>
          <p:cNvPr id="229" name="Прямоугольник 27"/>
          <p:cNvSpPr/>
          <p:nvPr/>
        </p:nvSpPr>
        <p:spPr>
          <a:xfrm>
            <a:off x="0" y="6146280"/>
            <a:ext cx="9148320" cy="723960"/>
          </a:xfrm>
          <a:prstGeom prst="rect">
            <a:avLst/>
          </a:prstGeom>
          <a:gradFill rotWithShape="0">
            <a:gsLst>
              <a:gs pos="35000">
                <a:srgbClr val="36acd8"/>
              </a:gs>
              <a:gs pos="78000">
                <a:srgbClr val="2e6ca4"/>
              </a:gs>
              <a:gs pos="100000">
                <a:srgbClr val="2e76a5"/>
              </a:gs>
            </a:gsLst>
            <a:lin ang="1080000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GB" sz="1800" strike="noStrike" u="none">
              <a:solidFill>
                <a:schemeClr val="lt1"/>
              </a:solidFill>
              <a:effectLst/>
              <a:uFillTx/>
              <a:latin typeface="Calibri"/>
            </a:endParaRPr>
          </a:p>
        </p:txBody>
      </p:sp>
      <p:pic>
        <p:nvPicPr>
          <p:cNvPr id="230" name="Picture 25" descr="A blue and black logo&#10;&#10;Description automatically generated"/>
          <p:cNvPicPr/>
          <p:nvPr/>
        </p:nvPicPr>
        <p:blipFill>
          <a:blip r:embed="rId3"/>
          <a:stretch/>
        </p:blipFill>
        <p:spPr>
          <a:xfrm>
            <a:off x="7293960" y="6266160"/>
            <a:ext cx="828000" cy="280800"/>
          </a:xfrm>
          <a:prstGeom prst="rect">
            <a:avLst/>
          </a:prstGeom>
          <a:noFill/>
          <a:ln w="0">
            <a:noFill/>
          </a:ln>
        </p:spPr>
      </p:pic>
      <p:pic>
        <p:nvPicPr>
          <p:cNvPr id="231" name="Picture 26" descr="A blue text on a black background&#10;&#10;Description automatically generated"/>
          <p:cNvPicPr/>
          <p:nvPr/>
        </p:nvPicPr>
        <p:blipFill>
          <a:blip r:embed="rId4"/>
          <a:stretch/>
        </p:blipFill>
        <p:spPr>
          <a:xfrm>
            <a:off x="8315640" y="6271920"/>
            <a:ext cx="749880" cy="269280"/>
          </a:xfrm>
          <a:prstGeom prst="rect">
            <a:avLst/>
          </a:prstGeom>
          <a:noFill/>
          <a:ln w="0">
            <a:noFill/>
          </a:ln>
        </p:spPr>
      </p:pic>
      <p:pic>
        <p:nvPicPr>
          <p:cNvPr id="232" name="Рисунок 71" descr="Изображение выглядит как текст, снимок экрана, Шрифт, Графика&#10;&#10;Автоматически созданное описание"/>
          <p:cNvPicPr/>
          <p:nvPr/>
        </p:nvPicPr>
        <p:blipFill>
          <a:blip r:embed="rId5"/>
          <a:stretch/>
        </p:blipFill>
        <p:spPr>
          <a:xfrm>
            <a:off x="-228240" y="5824440"/>
            <a:ext cx="1586160" cy="1428120"/>
          </a:xfrm>
          <a:prstGeom prst="rect">
            <a:avLst/>
          </a:prstGeom>
          <a:noFill/>
          <a:ln w="0">
            <a:noFill/>
          </a:ln>
        </p:spPr>
      </p:pic>
      <p:pic>
        <p:nvPicPr>
          <p:cNvPr id="233" name="Рисунок 72" descr="Изображение выглядит как текст, символ, логотип, эмблема&#10;&#10;Автоматически созданное описание"/>
          <p:cNvPicPr/>
          <p:nvPr/>
        </p:nvPicPr>
        <p:blipFill>
          <a:blip r:embed="rId6"/>
          <a:stretch/>
        </p:blipFill>
        <p:spPr>
          <a:xfrm>
            <a:off x="5482800" y="6247080"/>
            <a:ext cx="824040" cy="618120"/>
          </a:xfrm>
          <a:prstGeom prst="rect">
            <a:avLst/>
          </a:prstGeom>
          <a:noFill/>
          <a:ln w="0">
            <a:noFill/>
          </a:ln>
        </p:spPr>
      </p:pic>
      <p:pic>
        <p:nvPicPr>
          <p:cNvPr id="234" name="Рисунок 73" descr="Изображение выглядит как Шрифт, Графика, текст, круг&#10;&#10;Автоматически созданное описание"/>
          <p:cNvPicPr/>
          <p:nvPr/>
        </p:nvPicPr>
        <p:blipFill>
          <a:blip r:embed="rId7"/>
          <a:stretch/>
        </p:blipFill>
        <p:spPr>
          <a:xfrm>
            <a:off x="1195200" y="6290280"/>
            <a:ext cx="783360" cy="401400"/>
          </a:xfrm>
          <a:prstGeom prst="rect">
            <a:avLst/>
          </a:prstGeom>
          <a:noFill/>
          <a:ln w="0">
            <a:noFill/>
          </a:ln>
        </p:spPr>
      </p:pic>
      <p:pic>
        <p:nvPicPr>
          <p:cNvPr id="235" name="Рисунок 74" descr="Изображение выглядит как круг, сфера, планета, полнолуние&#10;&#10;Автоматически созданное описание"/>
          <p:cNvPicPr/>
          <p:nvPr/>
        </p:nvPicPr>
        <p:blipFill>
          <a:blip r:embed="rId8"/>
          <a:stretch/>
        </p:blipFill>
        <p:spPr>
          <a:xfrm>
            <a:off x="4861800" y="6199560"/>
            <a:ext cx="535320" cy="618120"/>
          </a:xfrm>
          <a:prstGeom prst="rect">
            <a:avLst/>
          </a:prstGeom>
          <a:noFill/>
          <a:ln w="0">
            <a:noFill/>
          </a:ln>
        </p:spPr>
      </p:pic>
      <p:pic>
        <p:nvPicPr>
          <p:cNvPr id="236" name="Объект 16" descr=""/>
          <p:cNvPicPr/>
          <p:nvPr/>
        </p:nvPicPr>
        <p:blipFill>
          <a:blip r:embed="rId9"/>
          <a:stretch/>
        </p:blipFill>
        <p:spPr>
          <a:xfrm>
            <a:off x="2227320" y="6233040"/>
            <a:ext cx="749880" cy="506880"/>
          </a:xfrm>
          <a:prstGeom prst="rect">
            <a:avLst/>
          </a:prstGeom>
          <a:noFill/>
          <a:ln w="0">
            <a:noFill/>
          </a:ln>
        </p:spPr>
      </p:pic>
      <p:pic>
        <p:nvPicPr>
          <p:cNvPr id="237" name="Рисунок 75" descr="Изображение выглядит как текст, Графика, Шрифт, графический дизайн&#10;&#10;Автоматически созданное описание"/>
          <p:cNvPicPr/>
          <p:nvPr/>
        </p:nvPicPr>
        <p:blipFill>
          <a:blip r:embed="rId10"/>
          <a:stretch/>
        </p:blipFill>
        <p:spPr>
          <a:xfrm>
            <a:off x="6508800" y="6171120"/>
            <a:ext cx="597240" cy="597240"/>
          </a:xfrm>
          <a:prstGeom prst="rect">
            <a:avLst/>
          </a:prstGeom>
          <a:noFill/>
          <a:ln w="0">
            <a:noFill/>
          </a:ln>
        </p:spPr>
      </p:pic>
      <p:pic>
        <p:nvPicPr>
          <p:cNvPr id="238" name="Рисунок 76" descr="Изображение выглядит как текст, Шрифт, Графика, графический дизайн&#10;&#10;Автоматически созданное описание"/>
          <p:cNvPicPr/>
          <p:nvPr/>
        </p:nvPicPr>
        <p:blipFill>
          <a:blip r:embed="rId11"/>
          <a:stretch/>
        </p:blipFill>
        <p:spPr>
          <a:xfrm>
            <a:off x="3225960" y="6229800"/>
            <a:ext cx="555840" cy="493560"/>
          </a:xfrm>
          <a:prstGeom prst="rect">
            <a:avLst/>
          </a:prstGeom>
          <a:noFill/>
          <a:ln w="0">
            <a:noFill/>
          </a:ln>
        </p:spPr>
      </p:pic>
      <p:pic>
        <p:nvPicPr>
          <p:cNvPr id="239" name="Picture 27" descr=""/>
          <p:cNvPicPr/>
          <p:nvPr/>
        </p:nvPicPr>
        <p:blipFill>
          <a:blip r:embed="rId12"/>
          <a:stretch/>
        </p:blipFill>
        <p:spPr>
          <a:xfrm>
            <a:off x="4082040" y="6233040"/>
            <a:ext cx="510840" cy="506880"/>
          </a:xfrm>
          <a:prstGeom prst="rect">
            <a:avLst/>
          </a:prstGeom>
          <a:noFill/>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0" name="Прямоугольник 31"/>
          <p:cNvSpPr/>
          <p:nvPr/>
        </p:nvSpPr>
        <p:spPr>
          <a:xfrm>
            <a:off x="-5760" y="0"/>
            <a:ext cx="9148320" cy="723960"/>
          </a:xfrm>
          <a:prstGeom prst="rect">
            <a:avLst/>
          </a:prstGeom>
          <a:gradFill rotWithShape="0">
            <a:gsLst>
              <a:gs pos="35000">
                <a:srgbClr val="36acd8"/>
              </a:gs>
              <a:gs pos="78000">
                <a:srgbClr val="2e6ca4"/>
              </a:gs>
              <a:gs pos="100000">
                <a:srgbClr val="2e76a5"/>
              </a:gs>
            </a:gsLst>
            <a:lin ang="1080000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lt1"/>
              </a:solidFill>
              <a:effectLst/>
              <a:uFillTx/>
              <a:latin typeface="Calibri"/>
            </a:endParaRPr>
          </a:p>
        </p:txBody>
      </p:sp>
      <p:sp>
        <p:nvSpPr>
          <p:cNvPr id="241" name="Прямоугольник 32"/>
          <p:cNvSpPr/>
          <p:nvPr/>
        </p:nvSpPr>
        <p:spPr>
          <a:xfrm>
            <a:off x="8604360" y="-2880"/>
            <a:ext cx="205200" cy="795240"/>
          </a:xfrm>
          <a:prstGeom prst="rect">
            <a:avLst/>
          </a:prstGeom>
          <a:solidFill>
            <a:srgbClr val="ffffff"/>
          </a:solidFill>
          <a:ln>
            <a:noFill/>
          </a:ln>
        </p:spPr>
        <p:style>
          <a:lnRef idx="2">
            <a:schemeClr val="accent1"/>
          </a:lnRef>
          <a:fillRef idx="1">
            <a:schemeClr val="lt1"/>
          </a:fillRef>
          <a:effectRef idx="0">
            <a:schemeClr val="accent1"/>
          </a:effectRef>
          <a:fontRef idx="minor"/>
        </p:style>
        <p:txBody>
          <a:bodyPr lIns="90000" rIns="90000" tIns="45000" bIns="45000" anchor="ctr">
            <a:noAutofit/>
          </a:bodyPr>
          <a:p>
            <a:pPr>
              <a:lnSpc>
                <a:spcPct val="100000"/>
              </a:lnSpc>
            </a:pPr>
            <a:endParaRPr b="0" lang="en-US" sz="1800" strike="noStrike" u="none">
              <a:solidFill>
                <a:schemeClr val="dk1"/>
              </a:solidFill>
              <a:effectLst/>
              <a:uFillTx/>
              <a:latin typeface="Calibri"/>
            </a:endParaRPr>
          </a:p>
        </p:txBody>
      </p:sp>
      <p:sp>
        <p:nvSpPr>
          <p:cNvPr id="242" name="Пятиугольник 10"/>
          <p:cNvSpPr/>
          <p:nvPr/>
        </p:nvSpPr>
        <p:spPr>
          <a:xfrm rot="5400000">
            <a:off x="17640" y="100440"/>
            <a:ext cx="900360" cy="696960"/>
          </a:xfrm>
          <a:prstGeom prst="homePlate">
            <a:avLst>
              <a:gd name="adj" fmla="val 22381"/>
            </a:avLst>
          </a:prstGeom>
          <a:solidFill>
            <a:srgbClr val="1cbaeb"/>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ru-RU" sz="1800" strike="noStrike" u="none">
              <a:solidFill>
                <a:schemeClr val="lt1"/>
              </a:solidFill>
              <a:effectLst/>
              <a:uFillTx/>
              <a:latin typeface="Calibri"/>
            </a:endParaRPr>
          </a:p>
        </p:txBody>
      </p:sp>
      <p:pic>
        <p:nvPicPr>
          <p:cNvPr id="243" name="Рисунок 85" descr=""/>
          <p:cNvPicPr/>
          <p:nvPr/>
        </p:nvPicPr>
        <p:blipFill>
          <a:blip r:embed="rId1"/>
          <a:stretch/>
        </p:blipFill>
        <p:spPr>
          <a:xfrm>
            <a:off x="170640" y="276120"/>
            <a:ext cx="592200" cy="304200"/>
          </a:xfrm>
          <a:prstGeom prst="rect">
            <a:avLst/>
          </a:prstGeom>
          <a:noFill/>
          <a:ln w="0">
            <a:noFill/>
          </a:ln>
        </p:spPr>
      </p:pic>
      <p:sp>
        <p:nvSpPr>
          <p:cNvPr id="244" name="PlaceHolder 1"/>
          <p:cNvSpPr>
            <a:spLocks noGrp="1"/>
          </p:cNvSpPr>
          <p:nvPr>
            <p:ph type="title"/>
          </p:nvPr>
        </p:nvSpPr>
        <p:spPr>
          <a:xfrm>
            <a:off x="240840" y="58320"/>
            <a:ext cx="3310200" cy="370440"/>
          </a:xfrm>
          <a:prstGeom prst="rect">
            <a:avLst/>
          </a:prstGeom>
          <a:noFill/>
          <a:ln w="0">
            <a:noFill/>
          </a:ln>
        </p:spPr>
        <p:txBody>
          <a:bodyPr lIns="91440" rIns="91440" tIns="45720" bIns="45720" anchor="ctr">
            <a:spAutoFit/>
          </a:bodyPr>
          <a:p>
            <a:pPr indent="0" algn="ctr" defTabSz="685800">
              <a:lnSpc>
                <a:spcPct val="90000"/>
              </a:lnSpc>
              <a:buNone/>
              <a:tabLst>
                <a:tab algn="l" pos="0"/>
              </a:tabLst>
            </a:pPr>
            <a:r>
              <a:rPr b="1" lang="en-US" sz="2000" strike="noStrike" u="none">
                <a:solidFill>
                  <a:schemeClr val="lt1"/>
                </a:solidFill>
                <a:effectLst/>
                <a:uFillTx/>
                <a:latin typeface="Times New Roman"/>
                <a:ea typeface="Times New Roman"/>
              </a:rPr>
              <a:t>20</a:t>
            </a:r>
            <a:r>
              <a:rPr b="1" lang="uk-UA" sz="2000" strike="noStrike" u="none">
                <a:solidFill>
                  <a:schemeClr val="lt1"/>
                </a:solidFill>
                <a:effectLst/>
                <a:uFillTx/>
                <a:latin typeface="Times New Roman"/>
                <a:ea typeface="Times New Roman"/>
              </a:rPr>
              <a:t>2</a:t>
            </a:r>
            <a:r>
              <a:rPr b="1" lang="ru-RU" sz="2000" strike="noStrike" u="none">
                <a:solidFill>
                  <a:schemeClr val="lt1"/>
                </a:solidFill>
                <a:effectLst/>
                <a:uFillTx/>
                <a:latin typeface="Times New Roman"/>
                <a:ea typeface="Times New Roman"/>
              </a:rPr>
              <a:t>6</a:t>
            </a:r>
            <a:r>
              <a:rPr b="1" lang="en-US" sz="2000" strike="noStrike" u="none">
                <a:solidFill>
                  <a:schemeClr val="lt1"/>
                </a:solidFill>
                <a:effectLst/>
                <a:uFillTx/>
                <a:latin typeface="Times New Roman"/>
                <a:ea typeface="Times New Roman"/>
              </a:rPr>
              <a:t> IEEE SIST</a:t>
            </a:r>
            <a:endParaRPr b="0" lang="en-US" sz="2000" strike="noStrike" u="none">
              <a:solidFill>
                <a:srgbClr val="000000"/>
              </a:solidFill>
              <a:effectLst/>
              <a:uFillTx/>
              <a:latin typeface="Arial"/>
            </a:endParaRPr>
          </a:p>
        </p:txBody>
      </p:sp>
      <p:pic>
        <p:nvPicPr>
          <p:cNvPr id="245" name="Рисунок 86" descr=""/>
          <p:cNvPicPr/>
          <p:nvPr/>
        </p:nvPicPr>
        <p:blipFill>
          <a:blip r:embed="rId2"/>
          <a:stretch/>
        </p:blipFill>
        <p:spPr>
          <a:xfrm>
            <a:off x="7839720" y="-2880"/>
            <a:ext cx="1302840" cy="795240"/>
          </a:xfrm>
          <a:prstGeom prst="rect">
            <a:avLst/>
          </a:prstGeom>
          <a:noFill/>
          <a:ln w="0">
            <a:noFill/>
          </a:ln>
        </p:spPr>
      </p:pic>
      <p:sp>
        <p:nvSpPr>
          <p:cNvPr id="246" name="PlaceHolder 2"/>
          <p:cNvSpPr>
            <a:spLocks noGrp="1"/>
          </p:cNvSpPr>
          <p:nvPr>
            <p:ph/>
          </p:nvPr>
        </p:nvSpPr>
        <p:spPr>
          <a:xfrm>
            <a:off x="616680" y="1568160"/>
            <a:ext cx="7885440" cy="4349880"/>
          </a:xfrm>
          <a:prstGeom prst="rect">
            <a:avLst/>
          </a:prstGeom>
          <a:noFill/>
          <a:ln w="0">
            <a:noFill/>
          </a:ln>
        </p:spPr>
        <p:txBody>
          <a:bodyPr lIns="91440" rIns="91440" tIns="45720" bIns="45720" anchor="t">
            <a:noAutofit/>
          </a:bodyPr>
          <a:p>
            <a:pPr marL="171360" indent="0" defTabSz="685800">
              <a:lnSpc>
                <a:spcPct val="90000"/>
              </a:lnSpc>
              <a:spcBef>
                <a:spcPts val="751"/>
              </a:spcBef>
              <a:buNone/>
              <a:tabLst>
                <a:tab algn="l" pos="0"/>
              </a:tabLst>
            </a:pPr>
            <a:r>
              <a:rPr b="0" lang="en-US" sz="2100" strike="noStrike" u="none">
                <a:solidFill>
                  <a:schemeClr val="dk1"/>
                </a:solidFill>
                <a:effectLst/>
                <a:uFillTx/>
                <a:latin typeface="Calibri"/>
              </a:rPr>
              <a:t>References</a:t>
            </a:r>
            <a:endParaRPr b="0" lang="en-US" sz="2100" strike="noStrike" u="none">
              <a:solidFill>
                <a:srgbClr val="000000"/>
              </a:solidFill>
              <a:effectLst/>
              <a:uFillTx/>
              <a:latin typeface="Arial"/>
            </a:endParaRPr>
          </a:p>
          <a:p>
            <a:pPr lvl="1" marL="864000" indent="-324000" algn="just" defTabSz="685800">
              <a:lnSpc>
                <a:spcPct val="90000"/>
              </a:lnSpc>
              <a:spcBef>
                <a:spcPts val="1134"/>
              </a:spcBef>
              <a:buClr>
                <a:srgbClr val="000000"/>
              </a:buClr>
              <a:buSzPct val="75000"/>
              <a:buFont typeface="Symbol" charset="2"/>
              <a:buChar char=""/>
              <a:tabLst>
                <a:tab algn="l" pos="0"/>
              </a:tabLst>
            </a:pPr>
            <a:r>
              <a:rPr b="0" lang="en-US" sz="1500" strike="noStrike" u="none">
                <a:solidFill>
                  <a:schemeClr val="dk1"/>
                </a:solidFill>
                <a:effectLst/>
                <a:uFillTx/>
                <a:latin typeface="Calibri"/>
              </a:rPr>
              <a:t>Source files are provided in: </a:t>
            </a:r>
            <a:endParaRPr b="0" lang="en-US" sz="1500" strike="noStrike" u="none">
              <a:solidFill>
                <a:srgbClr val="000000"/>
              </a:solidFill>
              <a:effectLst/>
              <a:uFillTx/>
              <a:latin typeface="Arial"/>
            </a:endParaRPr>
          </a:p>
          <a:p>
            <a:pPr lvl="2" marL="1296000" indent="-288000" algn="just" defTabSz="685800">
              <a:lnSpc>
                <a:spcPct val="90000"/>
              </a:lnSpc>
              <a:spcBef>
                <a:spcPts val="850"/>
              </a:spcBef>
              <a:buClr>
                <a:srgbClr val="000000"/>
              </a:buClr>
              <a:buSzPct val="45000"/>
              <a:buFont typeface="Wingdings" charset="2"/>
              <a:buChar char=""/>
              <a:tabLst>
                <a:tab algn="l" pos="0"/>
              </a:tabLst>
            </a:pPr>
            <a:r>
              <a:rPr b="0" lang="en-US" sz="1500" strike="noStrike" u="none">
                <a:solidFill>
                  <a:schemeClr val="dk1"/>
                </a:solidFill>
                <a:effectLst/>
                <a:uFillTx/>
                <a:latin typeface="Calibri"/>
                <a:hlinkClick r:id="rId3"/>
              </a:rPr>
              <a:t>https://github.com/NoyanTM/aitu-sist-2026_research-paper</a:t>
            </a:r>
            <a:endParaRPr b="0" lang="en-US" sz="1500" strike="noStrike" u="none">
              <a:solidFill>
                <a:srgbClr val="000000"/>
              </a:solidFill>
              <a:effectLst/>
              <a:uFillTx/>
              <a:latin typeface="Arial"/>
            </a:endParaRPr>
          </a:p>
          <a:p>
            <a:pPr lvl="2" marL="1296000" indent="-288000" algn="just" defTabSz="685800">
              <a:lnSpc>
                <a:spcPct val="90000"/>
              </a:lnSpc>
              <a:spcBef>
                <a:spcPts val="850"/>
              </a:spcBef>
              <a:buClr>
                <a:srgbClr val="000000"/>
              </a:buClr>
              <a:buSzPct val="45000"/>
              <a:buFont typeface="Wingdings" charset="2"/>
              <a:buChar char=""/>
              <a:tabLst>
                <a:tab algn="l" pos="0"/>
              </a:tabLst>
            </a:pPr>
            <a:r>
              <a:rPr b="0" lang="en-US" sz="1500" strike="noStrike" u="none">
                <a:solidFill>
                  <a:schemeClr val="dk1"/>
                </a:solidFill>
                <a:effectLst/>
                <a:uFillTx/>
                <a:latin typeface="Calibri"/>
              </a:rPr>
              <a:t>Write to me as @noyantendikov in Telegram and to Github issues, if you are interested in contributions and participation</a:t>
            </a:r>
            <a:endParaRPr b="0" lang="en-US" sz="1500" strike="noStrike" u="none">
              <a:solidFill>
                <a:srgbClr val="000000"/>
              </a:solidFill>
              <a:effectLst/>
              <a:uFillTx/>
              <a:latin typeface="Arial"/>
            </a:endParaRPr>
          </a:p>
          <a:p>
            <a:pPr lvl="1" marL="864000" indent="-324000" algn="just" defTabSz="685800">
              <a:lnSpc>
                <a:spcPct val="90000"/>
              </a:lnSpc>
              <a:spcBef>
                <a:spcPts val="1134"/>
              </a:spcBef>
              <a:buClr>
                <a:srgbClr val="000000"/>
              </a:buClr>
              <a:buSzPct val="75000"/>
              <a:buFont typeface="Symbol" charset="2"/>
              <a:buChar char=""/>
              <a:tabLst>
                <a:tab algn="l" pos="0"/>
              </a:tabLst>
            </a:pPr>
            <a:r>
              <a:rPr b="0" lang="en-US" sz="1000" strike="noStrike" u="none">
                <a:solidFill>
                  <a:schemeClr val="dk1"/>
                </a:solidFill>
                <a:effectLst/>
                <a:uFillTx/>
                <a:latin typeface="Calibri"/>
              </a:rPr>
              <a:t>1. OWASP/Www-Project-Top-10-Infrastructure-Security-Risks. OWASP, Oct. 22, 2025. url: https://github.com/OWASP/www-project-top-10-infrastructure-security-risks (visited on 11/05/2025).</a:t>
            </a:r>
            <a:endParaRPr b="0" lang="en-US" sz="1000" strike="noStrike" u="none">
              <a:solidFill>
                <a:srgbClr val="000000"/>
              </a:solidFill>
              <a:effectLst/>
              <a:uFillTx/>
              <a:latin typeface="Arial"/>
            </a:endParaRPr>
          </a:p>
          <a:p>
            <a:pPr lvl="1" marL="864000" indent="-324000" algn="just" defTabSz="685800">
              <a:lnSpc>
                <a:spcPct val="90000"/>
              </a:lnSpc>
              <a:spcBef>
                <a:spcPts val="1134"/>
              </a:spcBef>
              <a:buClr>
                <a:srgbClr val="000000"/>
              </a:buClr>
              <a:buSzPct val="75000"/>
              <a:buFont typeface="Symbol" charset="2"/>
              <a:buChar char=""/>
              <a:tabLst>
                <a:tab algn="l" pos="0"/>
              </a:tabLst>
            </a:pPr>
            <a:r>
              <a:rPr b="0" lang="en-US" sz="1000" strike="noStrike" u="none">
                <a:solidFill>
                  <a:schemeClr val="dk1"/>
                </a:solidFill>
                <a:effectLst/>
                <a:uFillTx/>
                <a:latin typeface="Calibri"/>
              </a:rPr>
              <a:t>2.  European Cyber Security Organisation (ECSO). Technical Paper: Software Supply Chain Security. Tech. rep. WG6. European Cyber Security Organisation, Sept. 2024. url: https://ecs-org.eu/ecso-uploads/2024/09/ECSO-WG6-Technical-Paper-%E2%80%94-Software-Supply-Chain-Security.pdf.</a:t>
            </a:r>
            <a:endParaRPr b="0" lang="en-US" sz="1000" strike="noStrike" u="none">
              <a:solidFill>
                <a:srgbClr val="000000"/>
              </a:solidFill>
              <a:effectLst/>
              <a:uFillTx/>
              <a:latin typeface="Arial"/>
            </a:endParaRPr>
          </a:p>
          <a:p>
            <a:pPr lvl="1" marL="864000" indent="-324000" algn="just" defTabSz="685800">
              <a:lnSpc>
                <a:spcPct val="90000"/>
              </a:lnSpc>
              <a:spcBef>
                <a:spcPts val="1134"/>
              </a:spcBef>
              <a:buClr>
                <a:srgbClr val="000000"/>
              </a:buClr>
              <a:buSzPct val="75000"/>
              <a:buFont typeface="Symbol" charset="2"/>
              <a:buChar char=""/>
              <a:tabLst>
                <a:tab algn="l" pos="0"/>
              </a:tabLst>
            </a:pPr>
            <a:r>
              <a:rPr b="0" lang="en-US" sz="1000" strike="noStrike" u="none">
                <a:solidFill>
                  <a:schemeClr val="dk1"/>
                </a:solidFill>
                <a:effectLst/>
                <a:uFillTx/>
                <a:latin typeface="Calibri"/>
              </a:rPr>
              <a:t>3. Abe Singer and Matt Bishop. “Trust-Based Security; Or, Trust Considered Harmful”. In: New Security Paradigms Workshop 2020. NSPW ’20: New Security Paradigms Workshop 2020. Online USA: ACM, Oct. 26, 2020, pp. 76–89. isbn: 978-1-4503-8995-2. doi: 10.1145/3442167.3442179. url: https://dl.acm.org/doi/10.1145/3442167.3442179 (visited on 12/01/2025).</a:t>
            </a:r>
            <a:endParaRPr b="0" lang="en-US" sz="1000" strike="noStrike" u="none">
              <a:solidFill>
                <a:srgbClr val="000000"/>
              </a:solidFill>
              <a:effectLst/>
              <a:uFillTx/>
              <a:latin typeface="Arial"/>
            </a:endParaRPr>
          </a:p>
          <a:p>
            <a:pPr lvl="1" marL="864000" indent="-324000" algn="just" defTabSz="685800">
              <a:lnSpc>
                <a:spcPct val="90000"/>
              </a:lnSpc>
              <a:spcBef>
                <a:spcPts val="1134"/>
              </a:spcBef>
              <a:buClr>
                <a:srgbClr val="000000"/>
              </a:buClr>
              <a:buSzPct val="75000"/>
              <a:buFont typeface="Symbol" charset="2"/>
              <a:buChar char=""/>
              <a:tabLst>
                <a:tab algn="l" pos="0"/>
              </a:tabLst>
            </a:pPr>
            <a:r>
              <a:rPr b="0" lang="en-US" sz="1000" strike="noStrike" u="none">
                <a:solidFill>
                  <a:schemeClr val="dk1"/>
                </a:solidFill>
                <a:effectLst/>
                <a:uFillTx/>
                <a:latin typeface="Calibri"/>
              </a:rPr>
              <a:t>4. Scott Rose et al. Zero Trust Architecture. National Institute of Standards and Technology, Aug. 11, 2020. doi: 10.6028/NIST.SP.800-207. url: https://nvlpubs.nist.gov/nistpubs/SpecialPublications/NIST.SP.800-207.pdf (visited on 11/10/2025).</a:t>
            </a:r>
            <a:endParaRPr b="0" lang="en-US" sz="1000" strike="noStrike" u="none">
              <a:solidFill>
                <a:srgbClr val="000000"/>
              </a:solidFill>
              <a:effectLst/>
              <a:uFillTx/>
              <a:latin typeface="Arial"/>
            </a:endParaRPr>
          </a:p>
        </p:txBody>
      </p:sp>
      <p:sp>
        <p:nvSpPr>
          <p:cNvPr id="247" name="Прямоугольник 33"/>
          <p:cNvSpPr/>
          <p:nvPr/>
        </p:nvSpPr>
        <p:spPr>
          <a:xfrm>
            <a:off x="0" y="6146280"/>
            <a:ext cx="9148320" cy="723960"/>
          </a:xfrm>
          <a:prstGeom prst="rect">
            <a:avLst/>
          </a:prstGeom>
          <a:gradFill rotWithShape="0">
            <a:gsLst>
              <a:gs pos="35000">
                <a:srgbClr val="36acd8"/>
              </a:gs>
              <a:gs pos="78000">
                <a:srgbClr val="2e6ca4"/>
              </a:gs>
              <a:gs pos="100000">
                <a:srgbClr val="2e76a5"/>
              </a:gs>
            </a:gsLst>
            <a:lin ang="1080000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GB" sz="1800" strike="noStrike" u="none">
              <a:solidFill>
                <a:schemeClr val="lt1"/>
              </a:solidFill>
              <a:effectLst/>
              <a:uFillTx/>
              <a:latin typeface="Calibri"/>
            </a:endParaRPr>
          </a:p>
        </p:txBody>
      </p:sp>
      <p:pic>
        <p:nvPicPr>
          <p:cNvPr id="248" name="Picture 31" descr="A blue and black logo&#10;&#10;Description automatically generated"/>
          <p:cNvPicPr/>
          <p:nvPr/>
        </p:nvPicPr>
        <p:blipFill>
          <a:blip r:embed="rId4"/>
          <a:stretch/>
        </p:blipFill>
        <p:spPr>
          <a:xfrm>
            <a:off x="7293960" y="6266160"/>
            <a:ext cx="828000" cy="280800"/>
          </a:xfrm>
          <a:prstGeom prst="rect">
            <a:avLst/>
          </a:prstGeom>
          <a:noFill/>
          <a:ln w="0">
            <a:noFill/>
          </a:ln>
        </p:spPr>
      </p:pic>
      <p:pic>
        <p:nvPicPr>
          <p:cNvPr id="249" name="Picture 32" descr="A blue text on a black background&#10;&#10;Description automatically generated"/>
          <p:cNvPicPr/>
          <p:nvPr/>
        </p:nvPicPr>
        <p:blipFill>
          <a:blip r:embed="rId5"/>
          <a:stretch/>
        </p:blipFill>
        <p:spPr>
          <a:xfrm>
            <a:off x="8315640" y="6271920"/>
            <a:ext cx="749880" cy="269280"/>
          </a:xfrm>
          <a:prstGeom prst="rect">
            <a:avLst/>
          </a:prstGeom>
          <a:noFill/>
          <a:ln w="0">
            <a:noFill/>
          </a:ln>
        </p:spPr>
      </p:pic>
      <p:pic>
        <p:nvPicPr>
          <p:cNvPr id="250" name="Рисунок 87" descr="Изображение выглядит как текст, снимок экрана, Шрифт, Графика&#10;&#10;Автоматически созданное описание"/>
          <p:cNvPicPr/>
          <p:nvPr/>
        </p:nvPicPr>
        <p:blipFill>
          <a:blip r:embed="rId6"/>
          <a:stretch/>
        </p:blipFill>
        <p:spPr>
          <a:xfrm>
            <a:off x="-228240" y="5824440"/>
            <a:ext cx="1586160" cy="1428120"/>
          </a:xfrm>
          <a:prstGeom prst="rect">
            <a:avLst/>
          </a:prstGeom>
          <a:noFill/>
          <a:ln w="0">
            <a:noFill/>
          </a:ln>
        </p:spPr>
      </p:pic>
      <p:pic>
        <p:nvPicPr>
          <p:cNvPr id="251" name="Рисунок 88" descr="Изображение выглядит как текст, символ, логотип, эмблема&#10;&#10;Автоматически созданное описание"/>
          <p:cNvPicPr/>
          <p:nvPr/>
        </p:nvPicPr>
        <p:blipFill>
          <a:blip r:embed="rId7"/>
          <a:stretch/>
        </p:blipFill>
        <p:spPr>
          <a:xfrm>
            <a:off x="5482800" y="6247080"/>
            <a:ext cx="824040" cy="618120"/>
          </a:xfrm>
          <a:prstGeom prst="rect">
            <a:avLst/>
          </a:prstGeom>
          <a:noFill/>
          <a:ln w="0">
            <a:noFill/>
          </a:ln>
        </p:spPr>
      </p:pic>
      <p:pic>
        <p:nvPicPr>
          <p:cNvPr id="252" name="Рисунок 89" descr="Изображение выглядит как Шрифт, Графика, текст, круг&#10;&#10;Автоматически созданное описание"/>
          <p:cNvPicPr/>
          <p:nvPr/>
        </p:nvPicPr>
        <p:blipFill>
          <a:blip r:embed="rId8"/>
          <a:stretch/>
        </p:blipFill>
        <p:spPr>
          <a:xfrm>
            <a:off x="1195200" y="6290280"/>
            <a:ext cx="783360" cy="401400"/>
          </a:xfrm>
          <a:prstGeom prst="rect">
            <a:avLst/>
          </a:prstGeom>
          <a:noFill/>
          <a:ln w="0">
            <a:noFill/>
          </a:ln>
        </p:spPr>
      </p:pic>
      <p:pic>
        <p:nvPicPr>
          <p:cNvPr id="253" name="Рисунок 90" descr="Изображение выглядит как круг, сфера, планета, полнолуние&#10;&#10;Автоматически созданное описание"/>
          <p:cNvPicPr/>
          <p:nvPr/>
        </p:nvPicPr>
        <p:blipFill>
          <a:blip r:embed="rId9"/>
          <a:stretch/>
        </p:blipFill>
        <p:spPr>
          <a:xfrm>
            <a:off x="4861800" y="6199560"/>
            <a:ext cx="535320" cy="618120"/>
          </a:xfrm>
          <a:prstGeom prst="rect">
            <a:avLst/>
          </a:prstGeom>
          <a:noFill/>
          <a:ln w="0">
            <a:noFill/>
          </a:ln>
        </p:spPr>
      </p:pic>
      <p:pic>
        <p:nvPicPr>
          <p:cNvPr id="254" name="Объект 20" descr=""/>
          <p:cNvPicPr/>
          <p:nvPr/>
        </p:nvPicPr>
        <p:blipFill>
          <a:blip r:embed="rId10"/>
          <a:stretch/>
        </p:blipFill>
        <p:spPr>
          <a:xfrm>
            <a:off x="2227320" y="6233040"/>
            <a:ext cx="749880" cy="506880"/>
          </a:xfrm>
          <a:prstGeom prst="rect">
            <a:avLst/>
          </a:prstGeom>
          <a:noFill/>
          <a:ln w="0">
            <a:noFill/>
          </a:ln>
        </p:spPr>
      </p:pic>
      <p:pic>
        <p:nvPicPr>
          <p:cNvPr id="255" name="Рисунок 91" descr="Изображение выглядит как текст, Графика, Шрифт, графический дизайн&#10;&#10;Автоматически созданное описание"/>
          <p:cNvPicPr/>
          <p:nvPr/>
        </p:nvPicPr>
        <p:blipFill>
          <a:blip r:embed="rId11"/>
          <a:stretch/>
        </p:blipFill>
        <p:spPr>
          <a:xfrm>
            <a:off x="6508800" y="6171120"/>
            <a:ext cx="597240" cy="597240"/>
          </a:xfrm>
          <a:prstGeom prst="rect">
            <a:avLst/>
          </a:prstGeom>
          <a:noFill/>
          <a:ln w="0">
            <a:noFill/>
          </a:ln>
        </p:spPr>
      </p:pic>
      <p:pic>
        <p:nvPicPr>
          <p:cNvPr id="256" name="Рисунок 92" descr="Изображение выглядит как текст, Шрифт, Графика, графический дизайн&#10;&#10;Автоматически созданное описание"/>
          <p:cNvPicPr/>
          <p:nvPr/>
        </p:nvPicPr>
        <p:blipFill>
          <a:blip r:embed="rId12"/>
          <a:stretch/>
        </p:blipFill>
        <p:spPr>
          <a:xfrm>
            <a:off x="3225960" y="6229800"/>
            <a:ext cx="555840" cy="493560"/>
          </a:xfrm>
          <a:prstGeom prst="rect">
            <a:avLst/>
          </a:prstGeom>
          <a:noFill/>
          <a:ln w="0">
            <a:noFill/>
          </a:ln>
        </p:spPr>
      </p:pic>
      <p:pic>
        <p:nvPicPr>
          <p:cNvPr id="257" name="Picture 33" descr=""/>
          <p:cNvPicPr/>
          <p:nvPr/>
        </p:nvPicPr>
        <p:blipFill>
          <a:blip r:embed="rId13"/>
          <a:stretch/>
        </p:blipFill>
        <p:spPr>
          <a:xfrm>
            <a:off x="4082040" y="6233040"/>
            <a:ext cx="510840" cy="506880"/>
          </a:xfrm>
          <a:prstGeom prst="rect">
            <a:avLst/>
          </a:prstGeom>
          <a:noFill/>
          <a:ln w="0">
            <a:noFill/>
          </a:ln>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Тема Office">
  <a:themeElements>
    <a:clrScheme name="Стандартная">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7905</TotalTime>
  <Application>LibreOffice/25.2.3.2$Linux_X86_64 LibreOffice_project/520$Build-2</Application>
  <AppVersion>15.0000</AppVersion>
  <Words>50</Words>
  <Paragraphs>9</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2013-12-16T20:42:17Z</dcterms:created>
  <dc:creator>user</dc:creator>
  <dc:description/>
  <dc:language>en-US</dc:language>
  <cp:lastModifiedBy/>
  <dcterms:modified xsi:type="dcterms:W3CDTF">2026-03-22T18:36:08Z</dcterms:modified>
  <cp:revision>219</cp:revision>
  <dc:subject/>
  <dc:title>Слайд 1</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vt:i4>
  </property>
  <property fmtid="{D5CDD505-2E9C-101B-9397-08002B2CF9AE}" pid="3" name="PresentationFormat">
    <vt:lpwstr>Экран (4:3)</vt:lpwstr>
  </property>
  <property fmtid="{D5CDD505-2E9C-101B-9397-08002B2CF9AE}" pid="4" name="Slides">
    <vt:i4>2</vt:i4>
  </property>
</Properties>
</file>